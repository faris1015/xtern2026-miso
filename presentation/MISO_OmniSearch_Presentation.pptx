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83" r:id="rId5"/>
    <p:sldId id="290" r:id="rId6"/>
    <p:sldId id="302" r:id="rId29"/>
    <p:sldId id="286" r:id="rId7"/>
    <p:sldId id="284" r:id="rId8"/>
    <p:sldId id="292" r:id="rId9"/>
    <p:sldId id="293" r:id="rId10"/>
    <p:sldId id="287" r:id="rId11"/>
    <p:sldId id="294" r:id="rId12"/>
    <p:sldId id="301" r:id="rId13"/>
    <p:sldId id="296" r:id="rId14"/>
    <p:sldId id="291" r:id="rId15"/>
    <p:sldId id="285" r:id="rId16"/>
  </p:sldIdLst>
  <p:sldSz cx="9144000" cy="5143500" type="screen16x9"/>
  <p:notesSz cx="6858000" cy="9144000"/>
  <p:embeddedFontLst>
    <p:embeddedFont>
      <p:font typeface="Lato" panose="020B060402020202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07">
          <p15:clr>
            <a:srgbClr val="A4A3A4"/>
          </p15:clr>
        </p15:guide>
        <p15:guide id="2" orient="horz">
          <p15:clr>
            <a:srgbClr val="A4A3A4"/>
          </p15:clr>
        </p15:guide>
        <p15:guide id="3" pos="5469">
          <p15:clr>
            <a:srgbClr val="A4A3A4"/>
          </p15:clr>
        </p15:guide>
        <p15:guide id="4" pos="29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9FF"/>
    <a:srgbClr val="57BFE3"/>
    <a:srgbClr val="0082CA"/>
    <a:srgbClr val="F5C400"/>
    <a:srgbClr val="82BC00"/>
    <a:srgbClr val="DDF2F9"/>
    <a:srgbClr val="FA8D00"/>
    <a:srgbClr val="802500"/>
    <a:srgbClr val="5C66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724" dt="2026-09-10T18:40:06.245"/>
    <p1510:client id="{1B1D20EF-6041-C760-1383-E6A78C56FE1E}" v="99" dt="2026-09-10T14:48:27.450"/>
    <p1510:client id="{22151C2E-BD59-45B7-F6D7-276F4C5BBCEB}" v="263" dt="2026-09-10T18:41:01.050"/>
    <p1510:client id="{416FCB6D-DCCF-53D1-8DBB-E3A489918866}" v="93" dt="2026-09-10T15:36:35.521"/>
    <p1510:client id="{513C6967-A664-7A5A-DB5A-DEB9CDE99C0D}" v="46" dt="2026-09-10T17:32:28.309"/>
    <p1510:client id="{64D31B9F-641B-A1D6-1F61-7174FB742F35}" v="2" dt="2026-09-10T18:34:23.995"/>
    <p1510:client id="{E66AE698-391B-1722-A997-FC8886420F03}" v="65" dt="2026-09-10T15:16:01.072"/>
    <p1510:client id="{F0FF6930-644C-416C-3562-6DE149283C2B}" v="71" dt="2026-09-10T17:31:2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907"/>
        <p:guide orient="horz"/>
        <p:guide pos="5469"/>
        <p:guide pos="298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B1D20EF-6041-C760-1383-E6A78C56FE1E}"/>
    <pc:docChg chg="modSld">
      <pc:chgData name="" userId="" providerId="" clId="Web-{1B1D20EF-6041-C760-1383-E6A78C56FE1E}" dt="2026-09-10T12:55:23.067" v="0" actId="20577"/>
      <pc:docMkLst>
        <pc:docMk/>
      </pc:docMkLst>
      <pc:sldChg chg="modSp">
        <pc:chgData name="" userId="" providerId="" clId="Web-{1B1D20EF-6041-C760-1383-E6A78C56FE1E}" dt="2026-09-10T12:55:23.067" v="0" actId="20577"/>
        <pc:sldMkLst>
          <pc:docMk/>
          <pc:sldMk cId="2569248794" sldId="283"/>
        </pc:sldMkLst>
        <pc:spChg chg="mod">
          <ac:chgData name="" userId="" providerId="" clId="Web-{1B1D20EF-6041-C760-1383-E6A78C56FE1E}" dt="2026-09-10T12:55:23.067" v="0" actId="20577"/>
          <ac:spMkLst>
            <pc:docMk/>
            <pc:sldMk cId="2569248794" sldId="283"/>
            <ac:spMk id="2" creationId="{00000000-0000-0000-0000-000000000000}"/>
          </ac:spMkLst>
        </pc:spChg>
      </pc:sldChg>
    </pc:docChg>
  </pc:docChgLst>
  <pc:docChgLst>
    <pc:chgData clId="Web-{00000000-0000-0000-0000-000000000000}"/>
    <pc:docChg chg="modSld">
      <pc:chgData name="" userId="" providerId="" clId="Web-{00000000-0000-0000-0000-000000000000}" dt="2026-09-10T15:16:33.033" v="2" actId="20577"/>
      <pc:docMkLst>
        <pc:docMk/>
      </pc:docMkLst>
      <pc:sldChg chg="addSp modSp">
        <pc:chgData name="" userId="" providerId="" clId="Web-{00000000-0000-0000-0000-000000000000}" dt="2026-09-10T15:16:33.033" v="2" actId="20577"/>
        <pc:sldMkLst>
          <pc:docMk/>
          <pc:sldMk cId="3229194105" sldId="287"/>
        </pc:sldMkLst>
        <pc:spChg chg="add mod">
          <ac:chgData name="" userId="" providerId="" clId="Web-{00000000-0000-0000-0000-000000000000}" dt="2026-09-10T15:16:33.033" v="2" actId="20577"/>
          <ac:spMkLst>
            <pc:docMk/>
            <pc:sldMk cId="3229194105" sldId="287"/>
            <ac:spMk id="3" creationId="{E7E2C7D9-2C67-FD1F-D661-EE68FBB80C91}"/>
          </ac:spMkLst>
        </pc:spChg>
      </pc:sldChg>
    </pc:docChg>
  </pc:docChgLst>
  <pc:docChgLst>
    <pc:chgData name="Guest User" providerId="Windows Live" clId="Web-{64D31B9F-641B-A1D6-1F61-7174FB742F35}"/>
    <pc:docChg chg="modSld">
      <pc:chgData name="Guest User" userId="" providerId="Windows Live" clId="Web-{64D31B9F-641B-A1D6-1F61-7174FB742F35}" dt="2026-09-10T18:34:23.995" v="0" actId="20577"/>
      <pc:docMkLst>
        <pc:docMk/>
      </pc:docMkLst>
      <pc:sldChg chg="modSp">
        <pc:chgData name="Guest User" userId="" providerId="Windows Live" clId="Web-{64D31B9F-641B-A1D6-1F61-7174FB742F35}" dt="2026-09-10T18:34:23.995" v="0" actId="20577"/>
        <pc:sldMkLst>
          <pc:docMk/>
          <pc:sldMk cId="3229194105" sldId="287"/>
        </pc:sldMkLst>
        <pc:spChg chg="mod">
          <ac:chgData name="Guest User" userId="" providerId="Windows Live" clId="Web-{64D31B9F-641B-A1D6-1F61-7174FB742F35}" dt="2026-09-10T18:34:23.995" v="0" actId="20577"/>
          <ac:spMkLst>
            <pc:docMk/>
            <pc:sldMk cId="3229194105" sldId="287"/>
            <ac:spMk id="6" creationId="{DC813D3D-0E73-5E6A-1633-3170B0A4E264}"/>
          </ac:spMkLst>
        </pc:spChg>
      </pc:sldChg>
    </pc:docChg>
  </pc:docChgLst>
  <pc:docChgLst>
    <pc:chgData name="Guest User" providerId="Windows Live" clId="Web-{E66AE698-391B-1722-A997-FC8886420F03}"/>
    <pc:docChg chg="modSld">
      <pc:chgData name="Guest User" userId="" providerId="Windows Live" clId="Web-{E66AE698-391B-1722-A997-FC8886420F03}" dt="2026-09-10T15:16:01.072" v="60"/>
      <pc:docMkLst>
        <pc:docMk/>
      </pc:docMkLst>
      <pc:sldChg chg="addSp delSp modSp">
        <pc:chgData name="Guest User" userId="" providerId="Windows Live" clId="Web-{E66AE698-391B-1722-A997-FC8886420F03}" dt="2026-09-10T15:16:01.072" v="60"/>
        <pc:sldMkLst>
          <pc:docMk/>
          <pc:sldMk cId="3229194105" sldId="287"/>
        </pc:sldMkLst>
        <pc:spChg chg="add del">
          <ac:chgData name="Guest User" userId="" providerId="Windows Live" clId="Web-{E66AE698-391B-1722-A997-FC8886420F03}" dt="2026-09-10T15:15:22.197" v="54"/>
          <ac:spMkLst>
            <pc:docMk/>
            <pc:sldMk cId="3229194105" sldId="287"/>
            <ac:spMk id="2" creationId="{7E3A6E28-63E8-06E7-B9BC-60474F2A1758}"/>
          </ac:spMkLst>
        </pc:spChg>
        <pc:spChg chg="add del mod">
          <ac:chgData name="Guest User" userId="" providerId="Windows Live" clId="Web-{E66AE698-391B-1722-A997-FC8886420F03}" dt="2026-09-10T15:11:57.195" v="52"/>
          <ac:spMkLst>
            <pc:docMk/>
            <pc:sldMk cId="3229194105" sldId="287"/>
            <ac:spMk id="3" creationId="{A90F4C1D-B7B4-9B53-112E-966A838739AD}"/>
          </ac:spMkLst>
        </pc:spChg>
        <pc:spChg chg="mod">
          <ac:chgData name="Guest User" userId="" providerId="Windows Live" clId="Web-{E66AE698-391B-1722-A997-FC8886420F03}" dt="2026-09-10T15:11:39.148" v="50" actId="20577"/>
          <ac:spMkLst>
            <pc:docMk/>
            <pc:sldMk cId="3229194105" sldId="287"/>
            <ac:spMk id="5" creationId="{00000000-0000-0000-0000-000000000000}"/>
          </ac:spMkLst>
        </pc:spChg>
        <pc:spChg chg="del mod">
          <ac:chgData name="Guest User" userId="" providerId="Windows Live" clId="Web-{E66AE698-391B-1722-A997-FC8886420F03}" dt="2026-09-10T14:43:32.683" v="46"/>
          <ac:spMkLst>
            <pc:docMk/>
            <pc:sldMk cId="3229194105" sldId="287"/>
            <ac:spMk id="6" creationId="{00000000-0000-0000-0000-000000000000}"/>
          </ac:spMkLst>
        </pc:spChg>
        <pc:spChg chg="add del">
          <ac:chgData name="Guest User" userId="" providerId="Windows Live" clId="Web-{E66AE698-391B-1722-A997-FC8886420F03}" dt="2026-09-10T15:15:34.884" v="56"/>
          <ac:spMkLst>
            <pc:docMk/>
            <pc:sldMk cId="3229194105" sldId="287"/>
            <ac:spMk id="6" creationId="{5DB1A625-0973-A0CE-1E27-A1EA598C58A0}"/>
          </ac:spMkLst>
        </pc:spChg>
        <pc:spChg chg="del">
          <ac:chgData name="Guest User" userId="" providerId="Windows Live" clId="Web-{E66AE698-391B-1722-A997-FC8886420F03}" dt="2026-09-10T14:43:34.167" v="47"/>
          <ac:spMkLst>
            <pc:docMk/>
            <pc:sldMk cId="3229194105" sldId="287"/>
            <ac:spMk id="7" creationId="{00000000-0000-0000-0000-000000000000}"/>
          </ac:spMkLst>
        </pc:spChg>
        <pc:spChg chg="add del">
          <ac:chgData name="Guest User" userId="" providerId="Windows Live" clId="Web-{E66AE698-391B-1722-A997-FC8886420F03}" dt="2026-09-10T15:15:51.369" v="58"/>
          <ac:spMkLst>
            <pc:docMk/>
            <pc:sldMk cId="3229194105" sldId="287"/>
            <ac:spMk id="7" creationId="{1DE99666-B342-066F-34EC-07C2E16DC4D0}"/>
          </ac:spMkLst>
        </pc:spChg>
        <pc:spChg chg="add del">
          <ac:chgData name="Guest User" userId="" providerId="Windows Live" clId="Web-{E66AE698-391B-1722-A997-FC8886420F03}" dt="2026-09-10T15:16:01.072" v="60"/>
          <ac:spMkLst>
            <pc:docMk/>
            <pc:sldMk cId="3229194105" sldId="287"/>
            <ac:spMk id="8" creationId="{875F6313-7F74-5963-FCAB-0681919886D5}"/>
          </ac:spMkLst>
        </pc:spChg>
        <pc:spChg chg="add del mod">
          <ac:chgData name="Guest User" userId="" providerId="Windows Live" clId="Web-{E66AE698-391B-1722-A997-FC8886420F03}" dt="2026-09-10T15:11:53.914" v="51"/>
          <ac:spMkLst>
            <pc:docMk/>
            <pc:sldMk cId="3229194105" sldId="287"/>
            <ac:spMk id="9" creationId="{B6357CFC-6DFF-7A59-6AE7-3D2CD59C6E31}"/>
          </ac:spMkLst>
        </pc:spChg>
      </pc:sldChg>
    </pc:docChg>
  </pc:docChgLst>
  <pc:docChgLst>
    <pc:chgData name="Guest User" providerId="Windows Live" clId="Web-{1B1D20EF-6041-C760-1383-E6A78C56FE1E}"/>
    <pc:docChg chg="addSld modSld sldOrd">
      <pc:chgData name="Guest User" userId="" providerId="Windows Live" clId="Web-{1B1D20EF-6041-C760-1383-E6A78C56FE1E}" dt="2026-09-10T14:48:25.184" v="89" actId="20577"/>
      <pc:docMkLst>
        <pc:docMk/>
      </pc:docMkLst>
      <pc:sldChg chg="modSp">
        <pc:chgData name="Guest User" userId="" providerId="Windows Live" clId="Web-{1B1D20EF-6041-C760-1383-E6A78C56FE1E}" dt="2026-09-10T14:46:50.529" v="19" actId="20577"/>
        <pc:sldMkLst>
          <pc:docMk/>
          <pc:sldMk cId="2569248794" sldId="283"/>
        </pc:sldMkLst>
        <pc:spChg chg="mod">
          <ac:chgData name="Guest User" userId="" providerId="Windows Live" clId="Web-{1B1D20EF-6041-C760-1383-E6A78C56FE1E}" dt="2026-09-10T14:46:50.529" v="19" actId="20577"/>
          <ac:spMkLst>
            <pc:docMk/>
            <pc:sldMk cId="2569248794" sldId="283"/>
            <ac:spMk id="2" creationId="{00000000-0000-0000-0000-000000000000}"/>
          </ac:spMkLst>
        </pc:spChg>
      </pc:sldChg>
      <pc:sldChg chg="modSp">
        <pc:chgData name="Guest User" userId="" providerId="Windows Live" clId="Web-{1B1D20EF-6041-C760-1383-E6A78C56FE1E}" dt="2026-09-10T14:47:58.185" v="81" actId="20577"/>
        <pc:sldMkLst>
          <pc:docMk/>
          <pc:sldMk cId="2841925437" sldId="284"/>
        </pc:sldMkLst>
        <pc:spChg chg="mod">
          <ac:chgData name="Guest User" userId="" providerId="Windows Live" clId="Web-{1B1D20EF-6041-C760-1383-E6A78C56FE1E}" dt="2026-09-10T14:47:58.185" v="81" actId="20577"/>
          <ac:spMkLst>
            <pc:docMk/>
            <pc:sldMk cId="2841925437" sldId="284"/>
            <ac:spMk id="5" creationId="{00000000-0000-0000-0000-000000000000}"/>
          </ac:spMkLst>
        </pc:spChg>
      </pc:sldChg>
      <pc:sldChg chg="modSp">
        <pc:chgData name="Guest User" userId="" providerId="Windows Live" clId="Web-{1B1D20EF-6041-C760-1383-E6A78C56FE1E}" dt="2026-09-10T14:47:12.450" v="43" actId="20577"/>
        <pc:sldMkLst>
          <pc:docMk/>
          <pc:sldMk cId="3339961858" sldId="286"/>
        </pc:sldMkLst>
        <pc:spChg chg="mod">
          <ac:chgData name="Guest User" userId="" providerId="Windows Live" clId="Web-{1B1D20EF-6041-C760-1383-E6A78C56FE1E}" dt="2026-09-10T14:47:12.450" v="43" actId="20577"/>
          <ac:spMkLst>
            <pc:docMk/>
            <pc:sldMk cId="3339961858" sldId="286"/>
            <ac:spMk id="5" creationId="{00000000-0000-0000-0000-000000000000}"/>
          </ac:spMkLst>
        </pc:spChg>
      </pc:sldChg>
      <pc:sldChg chg="ord">
        <pc:chgData name="Guest User" userId="" providerId="Windows Live" clId="Web-{1B1D20EF-6041-C760-1383-E6A78C56FE1E}" dt="2026-09-10T14:47:38.466" v="69"/>
        <pc:sldMkLst>
          <pc:docMk/>
          <pc:sldMk cId="1462086201" sldId="289"/>
        </pc:sldMkLst>
      </pc:sldChg>
      <pc:sldChg chg="modSp">
        <pc:chgData name="Guest User" userId="" providerId="Windows Live" clId="Web-{1B1D20EF-6041-C760-1383-E6A78C56FE1E}" dt="2026-09-10T14:47:45.403" v="74" actId="20577"/>
        <pc:sldMkLst>
          <pc:docMk/>
          <pc:sldMk cId="1008775159" sldId="290"/>
        </pc:sldMkLst>
        <pc:spChg chg="mod">
          <ac:chgData name="Guest User" userId="" providerId="Windows Live" clId="Web-{1B1D20EF-6041-C760-1383-E6A78C56FE1E}" dt="2026-09-10T14:47:45.403" v="74" actId="20577"/>
          <ac:spMkLst>
            <pc:docMk/>
            <pc:sldMk cId="1008775159" sldId="290"/>
            <ac:spMk id="2" creationId="{00000000-0000-0000-0000-000000000000}"/>
          </ac:spMkLst>
        </pc:spChg>
      </pc:sldChg>
      <pc:sldChg chg="modSp add replId">
        <pc:chgData name="Guest User" userId="" providerId="Windows Live" clId="Web-{1B1D20EF-6041-C760-1383-E6A78C56FE1E}" dt="2026-09-10T14:48:08.497" v="84" actId="20577"/>
        <pc:sldMkLst>
          <pc:docMk/>
          <pc:sldMk cId="2565904841" sldId="292"/>
        </pc:sldMkLst>
        <pc:spChg chg="mod">
          <ac:chgData name="Guest User" userId="" providerId="Windows Live" clId="Web-{1B1D20EF-6041-C760-1383-E6A78C56FE1E}" dt="2026-09-10T14:48:08.497" v="84" actId="20577"/>
          <ac:spMkLst>
            <pc:docMk/>
            <pc:sldMk cId="2565904841" sldId="292"/>
            <ac:spMk id="5" creationId="{B8422D0D-50DD-D187-EC37-39415D2F7B0C}"/>
          </ac:spMkLst>
        </pc:spChg>
      </pc:sldChg>
      <pc:sldChg chg="modSp add replId">
        <pc:chgData name="Guest User" userId="" providerId="Windows Live" clId="Web-{1B1D20EF-6041-C760-1383-E6A78C56FE1E}" dt="2026-09-10T14:48:17.153" v="86" actId="20577"/>
        <pc:sldMkLst>
          <pc:docMk/>
          <pc:sldMk cId="3974621809" sldId="293"/>
        </pc:sldMkLst>
        <pc:spChg chg="mod">
          <ac:chgData name="Guest User" userId="" providerId="Windows Live" clId="Web-{1B1D20EF-6041-C760-1383-E6A78C56FE1E}" dt="2026-09-10T14:48:17.153" v="86" actId="20577"/>
          <ac:spMkLst>
            <pc:docMk/>
            <pc:sldMk cId="3974621809" sldId="293"/>
            <ac:spMk id="5" creationId="{6FC206BD-9689-21F2-317E-7C25E2372C8E}"/>
          </ac:spMkLst>
        </pc:spChg>
      </pc:sldChg>
      <pc:sldChg chg="modSp add replId">
        <pc:chgData name="Guest User" userId="" providerId="Windows Live" clId="Web-{1B1D20EF-6041-C760-1383-E6A78C56FE1E}" dt="2026-09-10T14:48:25.184" v="89" actId="20577"/>
        <pc:sldMkLst>
          <pc:docMk/>
          <pc:sldMk cId="2908386653" sldId="294"/>
        </pc:sldMkLst>
        <pc:spChg chg="mod">
          <ac:chgData name="Guest User" userId="" providerId="Windows Live" clId="Web-{1B1D20EF-6041-C760-1383-E6A78C56FE1E}" dt="2026-09-10T14:48:25.184" v="89" actId="20577"/>
          <ac:spMkLst>
            <pc:docMk/>
            <pc:sldMk cId="2908386653" sldId="294"/>
            <ac:spMk id="5" creationId="{E19B4BFD-A61C-0140-62E6-91B1B166B2C5}"/>
          </ac:spMkLst>
        </pc:spChg>
      </pc:sldChg>
    </pc:docChg>
  </pc:docChgLst>
  <pc:docChgLst>
    <pc:chgData name="Guest User" providerId="Windows Live" clId="Web-{00000000-0000-0000-0000-000000000000}"/>
    <pc:docChg chg="addSld delSld modSld sldOrd">
      <pc:chgData name="Guest User" userId="" providerId="Windows Live" clId="Web-{00000000-0000-0000-0000-000000000000}" dt="2026-09-10T18:40:06.245" v="1674"/>
      <pc:docMkLst>
        <pc:docMk/>
      </pc:docMkLst>
      <pc:sldChg chg="addSp delSp modSp">
        <pc:chgData name="Guest User" userId="" providerId="Windows Live" clId="Web-{00000000-0000-0000-0000-000000000000}" dt="2026-09-10T18:13:08.846" v="1659"/>
        <pc:sldMkLst>
          <pc:docMk/>
          <pc:sldMk cId="2841925437" sldId="284"/>
        </pc:sldMkLst>
        <pc:spChg chg="mod">
          <ac:chgData name="Guest User" userId="" providerId="Windows Live" clId="Web-{00000000-0000-0000-0000-000000000000}" dt="2026-09-10T16:26:04.174" v="137" actId="20577"/>
          <ac:spMkLst>
            <pc:docMk/>
            <pc:sldMk cId="2841925437" sldId="284"/>
            <ac:spMk id="5" creationId="{00000000-0000-0000-0000-000000000000}"/>
          </ac:spMkLst>
        </pc:spChg>
        <pc:spChg chg="mod">
          <ac:chgData name="Guest User" userId="" providerId="Windows Live" clId="Web-{00000000-0000-0000-0000-000000000000}" dt="2026-09-10T18:12:56.268" v="1658" actId="20577"/>
          <ac:spMkLst>
            <pc:docMk/>
            <pc:sldMk cId="2841925437" sldId="284"/>
            <ac:spMk id="6" creationId="{00000000-0000-0000-0000-000000000000}"/>
          </ac:spMkLst>
        </pc:spChg>
        <pc:picChg chg="add del">
          <ac:chgData name="Guest User" userId="" providerId="Windows Live" clId="Web-{00000000-0000-0000-0000-000000000000}" dt="2026-09-10T18:13:08.846" v="1659"/>
          <ac:picMkLst>
            <pc:docMk/>
            <pc:sldMk cId="2841925437" sldId="284"/>
            <ac:picMk id="2" creationId="{90697862-5B46-16AE-C924-D04BC81C5DF5}"/>
          </ac:picMkLst>
        </pc:picChg>
      </pc:sldChg>
      <pc:sldChg chg="addSp delSp modSp">
        <pc:chgData name="Guest User" userId="" providerId="Windows Live" clId="Web-{00000000-0000-0000-0000-000000000000}" dt="2026-09-10T18:06:39.332" v="1656" actId="1076"/>
        <pc:sldMkLst>
          <pc:docMk/>
          <pc:sldMk cId="3339961858" sldId="286"/>
        </pc:sldMkLst>
        <pc:spChg chg="add del mod">
          <ac:chgData name="Guest User" userId="" providerId="Windows Live" clId="Web-{00000000-0000-0000-0000-000000000000}" dt="2026-09-10T15:28:18.640" v="87"/>
          <ac:spMkLst>
            <pc:docMk/>
            <pc:sldMk cId="3339961858" sldId="286"/>
            <ac:spMk id="3" creationId="{6CA4209B-A02D-FC3B-3085-783E769B73A7}"/>
          </ac:spMkLst>
        </pc:spChg>
        <pc:spChg chg="mod">
          <ac:chgData name="Guest User" userId="" providerId="Windows Live" clId="Web-{00000000-0000-0000-0000-000000000000}" dt="2026-09-10T18:06:02.536" v="1652" actId="20577"/>
          <ac:spMkLst>
            <pc:docMk/>
            <pc:sldMk cId="3339961858" sldId="286"/>
            <ac:spMk id="5" creationId="{00000000-0000-0000-0000-000000000000}"/>
          </ac:spMkLst>
        </pc:spChg>
        <pc:spChg chg="del mod">
          <ac:chgData name="Guest User" userId="" providerId="Windows Live" clId="Web-{00000000-0000-0000-0000-000000000000}" dt="2026-09-10T17:56:06.110" v="1571"/>
          <ac:spMkLst>
            <pc:docMk/>
            <pc:sldMk cId="3339961858" sldId="286"/>
            <ac:spMk id="6" creationId="{00000000-0000-0000-0000-000000000000}"/>
          </ac:spMkLst>
        </pc:spChg>
        <pc:spChg chg="del">
          <ac:chgData name="Guest User" userId="" providerId="Windows Live" clId="Web-{00000000-0000-0000-0000-000000000000}" dt="2026-09-10T15:28:01.452" v="70"/>
          <ac:spMkLst>
            <pc:docMk/>
            <pc:sldMk cId="3339961858" sldId="286"/>
            <ac:spMk id="7" creationId="{00000000-0000-0000-0000-000000000000}"/>
          </ac:spMkLst>
        </pc:spChg>
        <pc:spChg chg="add del mod">
          <ac:chgData name="Guest User" userId="" providerId="Windows Live" clId="Web-{00000000-0000-0000-0000-000000000000}" dt="2026-09-10T17:56:16.985" v="1574"/>
          <ac:spMkLst>
            <pc:docMk/>
            <pc:sldMk cId="3339961858" sldId="286"/>
            <ac:spMk id="7" creationId="{8CE09124-2838-F878-CD24-0FC7F11A5966}"/>
          </ac:spMkLst>
        </pc:spChg>
        <pc:spChg chg="add mod">
          <ac:chgData name="Guest User" userId="" providerId="Windows Live" clId="Web-{00000000-0000-0000-0000-000000000000}" dt="2026-09-10T18:06:39.332" v="1656" actId="1076"/>
          <ac:spMkLst>
            <pc:docMk/>
            <pc:sldMk cId="3339961858" sldId="286"/>
            <ac:spMk id="8" creationId="{8DE8A111-D76B-F889-ECCD-ECFC51133DA4}"/>
          </ac:spMkLst>
        </pc:spChg>
        <pc:spChg chg="add del">
          <ac:chgData name="Guest User" userId="" providerId="Windows Live" clId="Web-{00000000-0000-0000-0000-000000000000}" dt="2026-09-10T17:56:59.251" v="1583"/>
          <ac:spMkLst>
            <pc:docMk/>
            <pc:sldMk cId="3339961858" sldId="286"/>
            <ac:spMk id="9" creationId="{0B88FF93-072A-0348-2DFF-EF1D44794231}"/>
          </ac:spMkLst>
        </pc:spChg>
        <pc:picChg chg="add mod modCrop">
          <ac:chgData name="Guest User" userId="" providerId="Windows Live" clId="Web-{00000000-0000-0000-0000-000000000000}" dt="2026-09-10T18:05:44.926" v="1647" actId="1076"/>
          <ac:picMkLst>
            <pc:docMk/>
            <pc:sldMk cId="3339961858" sldId="286"/>
            <ac:picMk id="2" creationId="{15E2BBF8-A2AB-DDE8-9842-E0E930D7DB4B}"/>
          </ac:picMkLst>
        </pc:picChg>
        <pc:picChg chg="add mod modCrop">
          <ac:chgData name="Guest User" userId="" providerId="Windows Live" clId="Web-{00000000-0000-0000-0000-000000000000}" dt="2026-09-10T18:05:31.848" v="1645" actId="1076"/>
          <ac:picMkLst>
            <pc:docMk/>
            <pc:sldMk cId="3339961858" sldId="286"/>
            <ac:picMk id="3" creationId="{F9F8F644-EA7B-D9F1-29A3-6566E545FA7F}"/>
          </ac:picMkLst>
        </pc:picChg>
      </pc:sldChg>
      <pc:sldChg chg="modSp ord">
        <pc:chgData name="Guest User" userId="" providerId="Windows Live" clId="Web-{00000000-0000-0000-0000-000000000000}" dt="2026-09-10T16:26:50.578" v="140"/>
        <pc:sldMkLst>
          <pc:docMk/>
          <pc:sldMk cId="3229194105" sldId="287"/>
        </pc:sldMkLst>
        <pc:spChg chg="mod">
          <ac:chgData name="Guest User" userId="" providerId="Windows Live" clId="Web-{00000000-0000-0000-0000-000000000000}" dt="2026-09-10T15:17:44.501" v="28" actId="20577"/>
          <ac:spMkLst>
            <pc:docMk/>
            <pc:sldMk cId="3229194105" sldId="287"/>
            <ac:spMk id="3" creationId="{E7E2C7D9-2C67-FD1F-D661-EE68FBB80C91}"/>
          </ac:spMkLst>
        </pc:spChg>
        <pc:spChg chg="mod">
          <ac:chgData name="Guest User" userId="" providerId="Windows Live" clId="Web-{00000000-0000-0000-0000-000000000000}" dt="2026-09-10T13:47:55.713" v="18" actId="20577"/>
          <ac:spMkLst>
            <pc:docMk/>
            <pc:sldMk cId="3229194105" sldId="287"/>
            <ac:spMk id="5" creationId="{00000000-0000-0000-0000-000000000000}"/>
          </ac:spMkLst>
        </pc:spChg>
        <pc:picChg chg="mod">
          <ac:chgData name="Guest User" userId="" providerId="Windows Live" clId="Web-{00000000-0000-0000-0000-000000000000}" dt="2026-09-10T16:26:00.812" v="136" actId="1076"/>
          <ac:picMkLst>
            <pc:docMk/>
            <pc:sldMk cId="3229194105" sldId="287"/>
            <ac:picMk id="2" creationId="{2A25053D-26C1-A7A6-8743-D46C565E4550}"/>
          </ac:picMkLst>
        </pc:picChg>
      </pc:sldChg>
      <pc:sldChg chg="modSp">
        <pc:chgData name="Guest User" userId="" providerId="Windows Live" clId="Web-{00000000-0000-0000-0000-000000000000}" dt="2026-09-10T15:26:39.109" v="44" actId="20577"/>
        <pc:sldMkLst>
          <pc:docMk/>
          <pc:sldMk cId="1008775159" sldId="290"/>
        </pc:sldMkLst>
        <pc:spChg chg="mod">
          <ac:chgData name="Guest User" userId="" providerId="Windows Live" clId="Web-{00000000-0000-0000-0000-000000000000}" dt="2026-09-10T15:26:39.109" v="44" actId="20577"/>
          <ac:spMkLst>
            <pc:docMk/>
            <pc:sldMk cId="1008775159" sldId="290"/>
            <ac:spMk id="3" creationId="{00000000-0000-0000-0000-000000000000}"/>
          </ac:spMkLst>
        </pc:spChg>
      </pc:sldChg>
      <pc:sldChg chg="del">
        <pc:chgData name="Guest User" userId="" providerId="Windows Live" clId="Web-{00000000-0000-0000-0000-000000000000}" dt="2026-09-10T17:53:32.282" v="1557"/>
        <pc:sldMkLst>
          <pc:docMk/>
          <pc:sldMk cId="2444972175" sldId="295"/>
        </pc:sldMkLst>
      </pc:sldChg>
      <pc:sldChg chg="addSp delSp modSp new del mod modClrScheme chgLayout">
        <pc:chgData name="Guest User" userId="" providerId="Windows Live" clId="Web-{00000000-0000-0000-0000-000000000000}" dt="2026-09-10T17:39:45.372" v="1555"/>
        <pc:sldMkLst>
          <pc:docMk/>
          <pc:sldMk cId="365236338" sldId="297"/>
        </pc:sldMkLst>
        <pc:spChg chg="mod ord">
          <ac:chgData name="Guest User" userId="" providerId="Windows Live" clId="Web-{00000000-0000-0000-0000-000000000000}" dt="2026-09-10T17:38:40.246" v="1554" actId="1076"/>
          <ac:spMkLst>
            <pc:docMk/>
            <pc:sldMk cId="365236338" sldId="297"/>
            <ac:spMk id="2" creationId="{D7ADAC6B-074D-F9D6-B3A4-A46228E644F9}"/>
          </ac:spMkLst>
        </pc:spChg>
        <pc:spChg chg="del">
          <ac:chgData name="Guest User" userId="" providerId="Windows Live" clId="Web-{00000000-0000-0000-0000-000000000000}" dt="2026-09-10T16:28:02.546" v="145"/>
          <ac:spMkLst>
            <pc:docMk/>
            <pc:sldMk cId="365236338" sldId="297"/>
            <ac:spMk id="3" creationId="{3C602D2A-1A63-A20B-571F-77AE20DCEADC}"/>
          </ac:spMkLst>
        </pc:spChg>
        <pc:spChg chg="del">
          <ac:chgData name="Guest User" userId="" providerId="Windows Live" clId="Web-{00000000-0000-0000-0000-000000000000}" dt="2026-09-10T16:28:07.499" v="146"/>
          <ac:spMkLst>
            <pc:docMk/>
            <pc:sldMk cId="365236338" sldId="297"/>
            <ac:spMk id="4" creationId="{A455ABA9-D635-9FAD-FCD0-E6ECF3F1D793}"/>
          </ac:spMkLst>
        </pc:spChg>
        <pc:spChg chg="mod ord">
          <ac:chgData name="Guest User" userId="" providerId="Windows Live" clId="Web-{00000000-0000-0000-0000-000000000000}" dt="2026-09-10T17:34:29.745" v="1519"/>
          <ac:spMkLst>
            <pc:docMk/>
            <pc:sldMk cId="365236338" sldId="297"/>
            <ac:spMk id="5" creationId="{B60E31EE-BE2D-26A4-C0D5-EAF141CDD881}"/>
          </ac:spMkLst>
        </pc:spChg>
        <pc:spChg chg="add del">
          <ac:chgData name="Guest User" userId="" providerId="Windows Live" clId="Web-{00000000-0000-0000-0000-000000000000}" dt="2026-09-10T16:28:19.828" v="148"/>
          <ac:spMkLst>
            <pc:docMk/>
            <pc:sldMk cId="365236338" sldId="297"/>
            <ac:spMk id="6" creationId="{D2BC93CD-0017-D2FD-AF68-FDCDD92CF811}"/>
          </ac:spMkLst>
        </pc:spChg>
        <pc:spChg chg="add del mod">
          <ac:chgData name="Guest User" userId="" providerId="Windows Live" clId="Web-{00000000-0000-0000-0000-000000000000}" dt="2026-09-10T16:28:49.656" v="159"/>
          <ac:spMkLst>
            <pc:docMk/>
            <pc:sldMk cId="365236338" sldId="297"/>
            <ac:spMk id="7" creationId="{2BFDDA5D-BF92-47E2-4D38-6717C3B0796E}"/>
          </ac:spMkLst>
        </pc:spChg>
        <pc:spChg chg="add del mod">
          <ac:chgData name="Guest User" userId="" providerId="Windows Live" clId="Web-{00000000-0000-0000-0000-000000000000}" dt="2026-09-10T17:04:44.201" v="288"/>
          <ac:spMkLst>
            <pc:docMk/>
            <pc:sldMk cId="365236338" sldId="297"/>
            <ac:spMk id="89" creationId="{A63531CC-739B-568C-EDFB-3BE18687CBA9}"/>
          </ac:spMkLst>
        </pc:spChg>
        <pc:spChg chg="add del mod">
          <ac:chgData name="Guest User" userId="" providerId="Windows Live" clId="Web-{00000000-0000-0000-0000-000000000000}" dt="2026-09-10T17:06:16.451" v="325"/>
          <ac:spMkLst>
            <pc:docMk/>
            <pc:sldMk cId="365236338" sldId="297"/>
            <ac:spMk id="90" creationId="{0206C491-FE6C-2363-B010-A786B4E2FBE7}"/>
          </ac:spMkLst>
        </pc:spChg>
        <pc:spChg chg="add mod">
          <ac:chgData name="Guest User" userId="" providerId="Windows Live" clId="Web-{00000000-0000-0000-0000-000000000000}" dt="2026-09-10T17:32:44.322" v="1503" actId="1076"/>
          <ac:spMkLst>
            <pc:docMk/>
            <pc:sldMk cId="365236338" sldId="297"/>
            <ac:spMk id="92" creationId="{FA7BD5AC-A6AB-0A05-9AC7-606CEF6D628F}"/>
          </ac:spMkLst>
        </pc:spChg>
        <pc:graphicFrameChg chg="add del mod modGraphic">
          <ac:chgData name="Guest User" userId="" providerId="Windows Live" clId="Web-{00000000-0000-0000-0000-000000000000}" dt="2026-09-10T16:59:00.699" v="261"/>
          <ac:graphicFrameMkLst>
            <pc:docMk/>
            <pc:sldMk cId="365236338" sldId="297"/>
            <ac:graphicFrameMk id="8" creationId="{10E25A72-5E7E-7292-755A-DFC6A7280060}"/>
          </ac:graphicFrameMkLst>
        </pc:graphicFrameChg>
        <pc:graphicFrameChg chg="add del mod modGraphic">
          <ac:chgData name="Guest User" userId="" providerId="Windows Live" clId="Web-{00000000-0000-0000-0000-000000000000}" dt="2026-09-10T16:59:33.699" v="263"/>
          <ac:graphicFrameMkLst>
            <pc:docMk/>
            <pc:sldMk cId="365236338" sldId="297"/>
            <ac:graphicFrameMk id="74" creationId="{5C922887-EEF7-93FD-C342-F53EA59E433F}"/>
          </ac:graphicFrameMkLst>
        </pc:graphicFrameChg>
        <pc:graphicFrameChg chg="add mod modGraphic">
          <ac:chgData name="Guest User" userId="" providerId="Windows Live" clId="Web-{00000000-0000-0000-0000-000000000000}" dt="2026-09-10T17:36:13.386" v="1527" actId="1076"/>
          <ac:graphicFrameMkLst>
            <pc:docMk/>
            <pc:sldMk cId="365236338" sldId="297"/>
            <ac:graphicFrameMk id="91" creationId="{59C6B859-ECD9-B602-3A1E-7FD40471CA20}"/>
          </ac:graphicFrameMkLst>
        </pc:graphicFrameChg>
      </pc:sldChg>
      <pc:sldChg chg="modSp del">
        <pc:chgData name="Guest User" userId="" providerId="Windows Live" clId="Web-{00000000-0000-0000-0000-000000000000}" dt="2026-09-10T18:02:47.240" v="1626"/>
        <pc:sldMkLst>
          <pc:docMk/>
          <pc:sldMk cId="1464480547" sldId="298"/>
        </pc:sldMkLst>
        <pc:picChg chg="mod">
          <ac:chgData name="Guest User" userId="" providerId="Windows Live" clId="Web-{00000000-0000-0000-0000-000000000000}" dt="2026-09-10T17:53:38.766" v="1558" actId="1076"/>
          <ac:picMkLst>
            <pc:docMk/>
            <pc:sldMk cId="1464480547" sldId="298"/>
            <ac:picMk id="3" creationId="{0B4C0F83-8B08-0597-9EF1-76D9BD97AF9F}"/>
          </ac:picMkLst>
        </pc:picChg>
      </pc:sldChg>
      <pc:sldChg chg="modSp del">
        <pc:chgData name="Guest User" userId="" providerId="Windows Live" clId="Web-{00000000-0000-0000-0000-000000000000}" dt="2026-09-10T17:34:00.101" v="1518"/>
        <pc:sldMkLst>
          <pc:docMk/>
          <pc:sldMk cId="2436682731" sldId="299"/>
        </pc:sldMkLst>
        <pc:spChg chg="mod">
          <ac:chgData name="Guest User" userId="" providerId="Windows Live" clId="Web-{00000000-0000-0000-0000-000000000000}" dt="2026-09-10T17:33:02.676" v="1508" actId="20577"/>
          <ac:spMkLst>
            <pc:docMk/>
            <pc:sldMk cId="2436682731" sldId="299"/>
            <ac:spMk id="5" creationId="{0D7309A9-D9FA-228F-2783-3F44193909E4}"/>
          </ac:spMkLst>
        </pc:spChg>
      </pc:sldChg>
      <pc:sldChg chg="del">
        <pc:chgData name="Guest User" userId="" providerId="Windows Live" clId="Web-{00000000-0000-0000-0000-000000000000}" dt="2026-09-10T17:41:25.843" v="1556"/>
        <pc:sldMkLst>
          <pc:docMk/>
          <pc:sldMk cId="855728128" sldId="300"/>
        </pc:sldMkLst>
      </pc:sldChg>
      <pc:sldChg chg="addSp modSp new">
        <pc:chgData name="Guest User" userId="" providerId="Windows Live" clId="Web-{00000000-0000-0000-0000-000000000000}" dt="2026-09-10T17:33:25.334" v="1515" actId="1076"/>
        <pc:sldMkLst>
          <pc:docMk/>
          <pc:sldMk cId="2463141902" sldId="301"/>
        </pc:sldMkLst>
        <pc:spChg chg="mod">
          <ac:chgData name="Guest User" userId="" providerId="Windows Live" clId="Web-{00000000-0000-0000-0000-000000000000}" dt="2026-09-10T17:32:55.113" v="1507" actId="20577"/>
          <ac:spMkLst>
            <pc:docMk/>
            <pc:sldMk cId="2463141902" sldId="301"/>
            <ac:spMk id="2" creationId="{7FAC5641-FA7A-DC83-27AC-474B5248225E}"/>
          </ac:spMkLst>
        </pc:spChg>
        <pc:spChg chg="mod">
          <ac:chgData name="Guest User" userId="" providerId="Windows Live" clId="Web-{00000000-0000-0000-0000-000000000000}" dt="2026-09-10T17:33:11.552" v="1513" actId="20577"/>
          <ac:spMkLst>
            <pc:docMk/>
            <pc:sldMk cId="2463141902" sldId="301"/>
            <ac:spMk id="3" creationId="{EC48BD1F-7AE7-34D4-327D-0059C319DEC8}"/>
          </ac:spMkLst>
        </pc:spChg>
        <pc:picChg chg="add mod">
          <ac:chgData name="Guest User" userId="" providerId="Windows Live" clId="Web-{00000000-0000-0000-0000-000000000000}" dt="2026-09-10T17:33:25.334" v="1515" actId="1076"/>
          <ac:picMkLst>
            <pc:docMk/>
            <pc:sldMk cId="2463141902" sldId="301"/>
            <ac:picMk id="6" creationId="{23EE8FC4-B084-88E9-5ABB-061EAD666A49}"/>
          </ac:picMkLst>
        </pc:picChg>
      </pc:sldChg>
      <pc:sldChg chg="modSp new del">
        <pc:chgData name="Guest User" userId="" providerId="Windows Live" clId="Web-{00000000-0000-0000-0000-000000000000}" dt="2026-09-10T18:40:06.245" v="1674"/>
        <pc:sldMkLst>
          <pc:docMk/>
          <pc:sldMk cId="561760348" sldId="302"/>
        </pc:sldMkLst>
        <pc:spChg chg="mod">
          <ac:chgData name="Guest User" userId="" providerId="Windows Live" clId="Web-{00000000-0000-0000-0000-000000000000}" dt="2026-09-10T18:37:16.621" v="1673" actId="20577"/>
          <ac:spMkLst>
            <pc:docMk/>
            <pc:sldMk cId="561760348" sldId="302"/>
            <ac:spMk id="2" creationId="{5A3AC8B6-9291-2ACA-4FF9-92AAF278943C}"/>
          </ac:spMkLst>
        </pc:spChg>
      </pc:sldChg>
      <pc:sldChg chg="addSp delSp modSp new del">
        <pc:chgData name="Guest User" userId="" providerId="Windows Live" clId="Web-{00000000-0000-0000-0000-000000000000}" dt="2026-09-10T18:05:36.567" v="1646"/>
        <pc:sldMkLst>
          <pc:docMk/>
          <pc:sldMk cId="1624541798" sldId="302"/>
        </pc:sldMkLst>
        <pc:spChg chg="mod">
          <ac:chgData name="Guest User" userId="" providerId="Windows Live" clId="Web-{00000000-0000-0000-0000-000000000000}" dt="2026-09-10T18:02:19.162" v="1625" actId="1076"/>
          <ac:spMkLst>
            <pc:docMk/>
            <pc:sldMk cId="1624541798" sldId="302"/>
            <ac:spMk id="2" creationId="{B891CEE1-01E9-19AD-051A-BC0869973FF0}"/>
          </ac:spMkLst>
        </pc:spChg>
        <pc:spChg chg="del">
          <ac:chgData name="Guest User" userId="" providerId="Windows Live" clId="Web-{00000000-0000-0000-0000-000000000000}" dt="2026-09-10T17:59:28.845" v="1615"/>
          <ac:spMkLst>
            <pc:docMk/>
            <pc:sldMk cId="1624541798" sldId="302"/>
            <ac:spMk id="3" creationId="{2F1B5444-F932-05EF-4FF8-036D7AD7E369}"/>
          </ac:spMkLst>
        </pc:spChg>
        <pc:spChg chg="del">
          <ac:chgData name="Guest User" userId="" providerId="Windows Live" clId="Web-{00000000-0000-0000-0000-000000000000}" dt="2026-09-10T17:59:30.517" v="1616"/>
          <ac:spMkLst>
            <pc:docMk/>
            <pc:sldMk cId="1624541798" sldId="302"/>
            <ac:spMk id="4" creationId="{7236C7FF-0886-0681-1DCB-795E658E53EE}"/>
          </ac:spMkLst>
        </pc:spChg>
        <pc:spChg chg="add del mod">
          <ac:chgData name="Guest User" userId="" providerId="Windows Live" clId="Web-{00000000-0000-0000-0000-000000000000}" dt="2026-09-10T17:59:13.923" v="1596"/>
          <ac:spMkLst>
            <pc:docMk/>
            <pc:sldMk cId="1624541798" sldId="302"/>
            <ac:spMk id="6" creationId="{6E4D4F62-37AD-52BF-D417-749CEB8BD372}"/>
          </ac:spMkLst>
        </pc:spChg>
        <pc:picChg chg="add del mod">
          <ac:chgData name="Guest User" userId="" providerId="Windows Live" clId="Web-{00000000-0000-0000-0000-000000000000}" dt="2026-09-10T18:04:29.974" v="1629"/>
          <ac:picMkLst>
            <pc:docMk/>
            <pc:sldMk cId="1624541798" sldId="302"/>
            <ac:picMk id="3" creationId="{453C097F-6B00-CCCC-E074-1E0BF87D6CB7}"/>
          </ac:picMkLst>
        </pc:picChg>
      </pc:sldChg>
    </pc:docChg>
  </pc:docChgLst>
  <pc:docChgLst>
    <pc:chgData name="Guest User" providerId="Windows Live" clId="Web-{513C6967-A664-7A5A-DB5A-DEB9CDE99C0D}"/>
    <pc:docChg chg="modSld sldOrd">
      <pc:chgData name="Guest User" userId="" providerId="Windows Live" clId="Web-{513C6967-A664-7A5A-DB5A-DEB9CDE99C0D}" dt="2026-09-10T17:32:28.309" v="45" actId="1076"/>
      <pc:docMkLst>
        <pc:docMk/>
      </pc:docMkLst>
      <pc:sldChg chg="addSp modSp">
        <pc:chgData name="Guest User" userId="" providerId="Windows Live" clId="Web-{513C6967-A664-7A5A-DB5A-DEB9CDE99C0D}" dt="2026-09-10T17:14:08.228" v="32" actId="1076"/>
        <pc:sldMkLst>
          <pc:docMk/>
          <pc:sldMk cId="2841925437" sldId="284"/>
        </pc:sldMkLst>
        <pc:spChg chg="mod">
          <ac:chgData name="Guest User" userId="" providerId="Windows Live" clId="Web-{513C6967-A664-7A5A-DB5A-DEB9CDE99C0D}" dt="2026-09-10T17:14:05.744" v="31" actId="20577"/>
          <ac:spMkLst>
            <pc:docMk/>
            <pc:sldMk cId="2841925437" sldId="284"/>
            <ac:spMk id="6" creationId="{00000000-0000-0000-0000-000000000000}"/>
          </ac:spMkLst>
        </pc:spChg>
        <pc:picChg chg="add mod">
          <ac:chgData name="Guest User" userId="" providerId="Windows Live" clId="Web-{513C6967-A664-7A5A-DB5A-DEB9CDE99C0D}" dt="2026-09-10T17:14:08.228" v="32" actId="1076"/>
          <ac:picMkLst>
            <pc:docMk/>
            <pc:sldMk cId="2841925437" sldId="284"/>
            <ac:picMk id="2" creationId="{90697862-5B46-16AE-C924-D04BC81C5DF5}"/>
          </ac:picMkLst>
        </pc:picChg>
      </pc:sldChg>
      <pc:sldChg chg="addSp modSp ord">
        <pc:chgData name="Guest User" userId="" providerId="Windows Live" clId="Web-{513C6967-A664-7A5A-DB5A-DEB9CDE99C0D}" dt="2026-09-10T17:32:28.309" v="45" actId="1076"/>
        <pc:sldMkLst>
          <pc:docMk/>
          <pc:sldMk cId="2565904841" sldId="292"/>
        </pc:sldMkLst>
        <pc:spChg chg="mod">
          <ac:chgData name="Guest User" userId="" providerId="Windows Live" clId="Web-{513C6967-A664-7A5A-DB5A-DEB9CDE99C0D}" dt="2026-09-10T17:04:48.703" v="11" actId="20577"/>
          <ac:spMkLst>
            <pc:docMk/>
            <pc:sldMk cId="2565904841" sldId="292"/>
            <ac:spMk id="5" creationId="{B8422D0D-50DD-D187-EC37-39415D2F7B0C}"/>
          </ac:spMkLst>
        </pc:spChg>
        <pc:spChg chg="mod">
          <ac:chgData name="Guest User" userId="" providerId="Windows Live" clId="Web-{513C6967-A664-7A5A-DB5A-DEB9CDE99C0D}" dt="2026-09-10T17:32:26.840" v="44" actId="14100"/>
          <ac:spMkLst>
            <pc:docMk/>
            <pc:sldMk cId="2565904841" sldId="292"/>
            <ac:spMk id="6" creationId="{1748795C-0771-DD46-100F-CD5A74E4E6AA}"/>
          </ac:spMkLst>
        </pc:spChg>
        <pc:picChg chg="add mod">
          <ac:chgData name="Guest User" userId="" providerId="Windows Live" clId="Web-{513C6967-A664-7A5A-DB5A-DEB9CDE99C0D}" dt="2026-09-10T17:32:28.309" v="45" actId="1076"/>
          <ac:picMkLst>
            <pc:docMk/>
            <pc:sldMk cId="2565904841" sldId="292"/>
            <ac:picMk id="2" creationId="{969CFEC3-62C2-729D-1AC7-E28C2D96D87A}"/>
          </ac:picMkLst>
        </pc:picChg>
      </pc:sldChg>
      <pc:sldChg chg="addSp modSp ord">
        <pc:chgData name="Guest User" userId="" providerId="Windows Live" clId="Web-{513C6967-A664-7A5A-DB5A-DEB9CDE99C0D}" dt="2026-09-10T17:32:21.793" v="43" actId="1076"/>
        <pc:sldMkLst>
          <pc:docMk/>
          <pc:sldMk cId="3974621809" sldId="293"/>
        </pc:sldMkLst>
        <pc:spChg chg="mod">
          <ac:chgData name="Guest User" userId="" providerId="Windows Live" clId="Web-{513C6967-A664-7A5A-DB5A-DEB9CDE99C0D}" dt="2026-09-10T17:07:00.159" v="22" actId="20577"/>
          <ac:spMkLst>
            <pc:docMk/>
            <pc:sldMk cId="3974621809" sldId="293"/>
            <ac:spMk id="5" creationId="{6FC206BD-9689-21F2-317E-7C25E2372C8E}"/>
          </ac:spMkLst>
        </pc:spChg>
        <pc:spChg chg="mod">
          <ac:chgData name="Guest User" userId="" providerId="Windows Live" clId="Web-{513C6967-A664-7A5A-DB5A-DEB9CDE99C0D}" dt="2026-09-10T17:32:17.168" v="40" actId="14100"/>
          <ac:spMkLst>
            <pc:docMk/>
            <pc:sldMk cId="3974621809" sldId="293"/>
            <ac:spMk id="6" creationId="{ABF27972-2EDA-860F-6538-6633D2E712B5}"/>
          </ac:spMkLst>
        </pc:spChg>
        <pc:picChg chg="add mod">
          <ac:chgData name="Guest User" userId="" providerId="Windows Live" clId="Web-{513C6967-A664-7A5A-DB5A-DEB9CDE99C0D}" dt="2026-09-10T17:32:21.793" v="43" actId="1076"/>
          <ac:picMkLst>
            <pc:docMk/>
            <pc:sldMk cId="3974621809" sldId="293"/>
            <ac:picMk id="2" creationId="{4D3DE320-2785-B7BF-3785-24292A941F9F}"/>
          </ac:picMkLst>
        </pc:picChg>
      </pc:sldChg>
    </pc:docChg>
  </pc:docChgLst>
  <pc:docChgLst>
    <pc:chgData name="Guest User" providerId="Windows Live" clId="Web-{22151C2E-BD59-45B7-F6D7-276F4C5BBCEB}"/>
    <pc:docChg chg="addSld delSld modSld sldOrd">
      <pc:chgData name="Guest User" userId="" providerId="Windows Live" clId="Web-{22151C2E-BD59-45B7-F6D7-276F4C5BBCEB}" dt="2026-09-10T18:40:59.534" v="289" actId="20577"/>
      <pc:docMkLst>
        <pc:docMk/>
      </pc:docMkLst>
      <pc:sldChg chg="addSp modSp">
        <pc:chgData name="Guest User" userId="" providerId="Windows Live" clId="Web-{22151C2E-BD59-45B7-F6D7-276F4C5BBCEB}" dt="2026-09-10T18:40:59.534" v="289" actId="20577"/>
        <pc:sldMkLst>
          <pc:docMk/>
          <pc:sldMk cId="2407755856" sldId="285"/>
        </pc:sldMkLst>
        <pc:spChg chg="add mod">
          <ac:chgData name="Guest User" userId="" providerId="Windows Live" clId="Web-{22151C2E-BD59-45B7-F6D7-276F4C5BBCEB}" dt="2026-09-10T18:40:59.534" v="289" actId="20577"/>
          <ac:spMkLst>
            <pc:docMk/>
            <pc:sldMk cId="2407755856" sldId="285"/>
            <ac:spMk id="3" creationId="{DF869520-F584-7005-65CC-28D9F862ACD7}"/>
          </ac:spMkLst>
        </pc:spChg>
        <pc:picChg chg="add mod">
          <ac:chgData name="Guest User" userId="" providerId="Windows Live" clId="Web-{22151C2E-BD59-45B7-F6D7-276F4C5BBCEB}" dt="2026-09-10T18:39:20.672" v="276" actId="1076"/>
          <ac:picMkLst>
            <pc:docMk/>
            <pc:sldMk cId="2407755856" sldId="285"/>
            <ac:picMk id="2" creationId="{8C8C5C3A-FA9F-4DC3-2135-A5ECBF727A4B}"/>
          </ac:picMkLst>
        </pc:picChg>
      </pc:sldChg>
      <pc:sldChg chg="del">
        <pc:chgData name="Guest User" userId="" providerId="Windows Live" clId="Web-{22151C2E-BD59-45B7-F6D7-276F4C5BBCEB}" dt="2026-09-10T18:35:45.180" v="272"/>
        <pc:sldMkLst>
          <pc:docMk/>
          <pc:sldMk cId="1462086201" sldId="289"/>
        </pc:sldMkLst>
      </pc:sldChg>
      <pc:sldChg chg="addSp delSp modSp modTransition addAnim modAnim modNotes">
        <pc:chgData name="Guest User" userId="" providerId="Windows Live" clId="Web-{22151C2E-BD59-45B7-F6D7-276F4C5BBCEB}" dt="2026-09-10T16:15:07.003" v="120"/>
        <pc:sldMkLst>
          <pc:docMk/>
          <pc:sldMk cId="1008775159" sldId="290"/>
        </pc:sldMkLst>
        <pc:spChg chg="del">
          <ac:chgData name="Guest User" userId="" providerId="Windows Live" clId="Web-{22151C2E-BD59-45B7-F6D7-276F4C5BBCEB}" dt="2026-09-10T15:42:34.042" v="41"/>
          <ac:spMkLst>
            <pc:docMk/>
            <pc:sldMk cId="1008775159" sldId="290"/>
            <ac:spMk id="3" creationId="{00000000-0000-0000-0000-000000000000}"/>
          </ac:spMkLst>
        </pc:spChg>
        <pc:spChg chg="add del mod">
          <ac:chgData name="Guest User" userId="" providerId="Windows Live" clId="Web-{22151C2E-BD59-45B7-F6D7-276F4C5BBCEB}" dt="2026-09-10T15:42:41.463" v="42"/>
          <ac:spMkLst>
            <pc:docMk/>
            <pc:sldMk cId="1008775159" sldId="290"/>
            <ac:spMk id="12" creationId="{92B4EC42-B946-F2C2-79A6-20D737FE017A}"/>
          </ac:spMkLst>
        </pc:spChg>
        <pc:spChg chg="add mod">
          <ac:chgData name="Guest User" userId="" providerId="Windows Live" clId="Web-{22151C2E-BD59-45B7-F6D7-276F4C5BBCEB}" dt="2026-09-10T15:49:53.700" v="71" actId="1076"/>
          <ac:spMkLst>
            <pc:docMk/>
            <pc:sldMk cId="1008775159" sldId="290"/>
            <ac:spMk id="14" creationId="{E0E396B5-1937-D122-9C49-92A4CC2110FB}"/>
          </ac:spMkLst>
        </pc:spChg>
        <pc:spChg chg="add mod">
          <ac:chgData name="Guest User" userId="" providerId="Windows Live" clId="Web-{22151C2E-BD59-45B7-F6D7-276F4C5BBCEB}" dt="2026-09-10T15:55:02.005" v="97" actId="1076"/>
          <ac:spMkLst>
            <pc:docMk/>
            <pc:sldMk cId="1008775159" sldId="290"/>
            <ac:spMk id="21" creationId="{DE188255-58BA-7484-D0D7-6B169D7CB83C}"/>
          </ac:spMkLst>
        </pc:spChg>
        <pc:spChg chg="add mod">
          <ac:chgData name="Guest User" userId="" providerId="Windows Live" clId="Web-{22151C2E-BD59-45B7-F6D7-276F4C5BBCEB}" dt="2026-09-10T15:55:09.458" v="99" actId="1076"/>
          <ac:spMkLst>
            <pc:docMk/>
            <pc:sldMk cId="1008775159" sldId="290"/>
            <ac:spMk id="23" creationId="{C5F7EEF2-67A9-3954-3032-92F00C8052A8}"/>
          </ac:spMkLst>
        </pc:spChg>
        <pc:spChg chg="add mod">
          <ac:chgData name="Guest User" userId="" providerId="Windows Live" clId="Web-{22151C2E-BD59-45B7-F6D7-276F4C5BBCEB}" dt="2026-09-10T15:55:15.271" v="101" actId="1076"/>
          <ac:spMkLst>
            <pc:docMk/>
            <pc:sldMk cId="1008775159" sldId="290"/>
            <ac:spMk id="25" creationId="{5151B02F-964C-C789-838B-BBB26D5DD4CA}"/>
          </ac:spMkLst>
        </pc:spChg>
        <pc:picChg chg="add mod">
          <ac:chgData name="Guest User" userId="" providerId="Windows Live" clId="Web-{22151C2E-BD59-45B7-F6D7-276F4C5BBCEB}" dt="2026-09-10T15:42:55.464" v="47" actId="1076"/>
          <ac:picMkLst>
            <pc:docMk/>
            <pc:sldMk cId="1008775159" sldId="290"/>
            <ac:picMk id="5" creationId="{D087E7CB-AF0A-D08D-C6DC-0BC29BF3B390}"/>
          </ac:picMkLst>
        </pc:picChg>
        <pc:picChg chg="add del mod">
          <ac:chgData name="Guest User" userId="" providerId="Windows Live" clId="Web-{22151C2E-BD59-45B7-F6D7-276F4C5BBCEB}" dt="2026-09-10T15:39:31.246" v="5"/>
          <ac:picMkLst>
            <pc:docMk/>
            <pc:sldMk cId="1008775159" sldId="290"/>
            <ac:picMk id="6" creationId="{23E664B2-722D-49BA-BD7D-27B62F4FF829}"/>
          </ac:picMkLst>
        </pc:picChg>
        <pc:picChg chg="add mod">
          <ac:chgData name="Guest User" userId="" providerId="Windows Live" clId="Web-{22151C2E-BD59-45B7-F6D7-276F4C5BBCEB}" dt="2026-09-10T15:43:15.481" v="51" actId="1076"/>
          <ac:picMkLst>
            <pc:docMk/>
            <pc:sldMk cId="1008775159" sldId="290"/>
            <ac:picMk id="7" creationId="{5E53BD36-B4EF-913E-C44F-BC54862514F1}"/>
          </ac:picMkLst>
        </pc:picChg>
        <pc:picChg chg="add del mod">
          <ac:chgData name="Guest User" userId="" providerId="Windows Live" clId="Web-{22151C2E-BD59-45B7-F6D7-276F4C5BBCEB}" dt="2026-09-10T15:40:42.767" v="12"/>
          <ac:picMkLst>
            <pc:docMk/>
            <pc:sldMk cId="1008775159" sldId="290"/>
            <ac:picMk id="8" creationId="{703F0119-2582-39DC-B8AE-B606D0145E1E}"/>
          </ac:picMkLst>
        </pc:picChg>
        <pc:picChg chg="add mod">
          <ac:chgData name="Guest User" userId="" providerId="Windows Live" clId="Web-{22151C2E-BD59-45B7-F6D7-276F4C5BBCEB}" dt="2026-09-10T15:43:11.590" v="50" actId="1076"/>
          <ac:picMkLst>
            <pc:docMk/>
            <pc:sldMk cId="1008775159" sldId="290"/>
            <ac:picMk id="9" creationId="{F26C57B2-003A-FBF4-37A6-4F0DBB813DD5}"/>
          </ac:picMkLst>
        </pc:picChg>
        <pc:picChg chg="add mod">
          <ac:chgData name="Guest User" userId="" providerId="Windows Live" clId="Web-{22151C2E-BD59-45B7-F6D7-276F4C5BBCEB}" dt="2026-09-10T15:43:04.746" v="49" actId="1076"/>
          <ac:picMkLst>
            <pc:docMk/>
            <pc:sldMk cId="1008775159" sldId="290"/>
            <ac:picMk id="10" creationId="{33C02EE2-75A7-2737-5472-303DC977AF26}"/>
          </ac:picMkLst>
        </pc:picChg>
        <pc:picChg chg="add mod">
          <ac:chgData name="Guest User" userId="" providerId="Windows Live" clId="Web-{22151C2E-BD59-45B7-F6D7-276F4C5BBCEB}" dt="2026-09-10T15:49:24.354" v="68" actId="1076"/>
          <ac:picMkLst>
            <pc:docMk/>
            <pc:sldMk cId="1008775159" sldId="290"/>
            <ac:picMk id="13" creationId="{981E72A4-9E77-8AEB-9762-C8BF94B3E889}"/>
          </ac:picMkLst>
        </pc:picChg>
        <pc:picChg chg="add mod">
          <ac:chgData name="Guest User" userId="" providerId="Windows Live" clId="Web-{22151C2E-BD59-45B7-F6D7-276F4C5BBCEB}" dt="2026-09-10T15:53:38.467" v="88" actId="1076"/>
          <ac:picMkLst>
            <pc:docMk/>
            <pc:sldMk cId="1008775159" sldId="290"/>
            <ac:picMk id="15" creationId="{4DD0211B-45D8-AF8E-B84C-D716CC79CABF}"/>
          </ac:picMkLst>
        </pc:picChg>
        <pc:picChg chg="add del mod">
          <ac:chgData name="Guest User" userId="" providerId="Windows Live" clId="Web-{22151C2E-BD59-45B7-F6D7-276F4C5BBCEB}" dt="2026-09-10T15:53:03.511" v="78"/>
          <ac:picMkLst>
            <pc:docMk/>
            <pc:sldMk cId="1008775159" sldId="290"/>
            <ac:picMk id="16" creationId="{725195D7-AE3F-D230-1626-FE7AA17EAEF2}"/>
          </ac:picMkLst>
        </pc:picChg>
        <pc:picChg chg="add del mod">
          <ac:chgData name="Guest User" userId="" providerId="Windows Live" clId="Web-{22151C2E-BD59-45B7-F6D7-276F4C5BBCEB}" dt="2026-09-10T15:53:19.560" v="84"/>
          <ac:picMkLst>
            <pc:docMk/>
            <pc:sldMk cId="1008775159" sldId="290"/>
            <ac:picMk id="17" creationId="{4538A144-5369-7BAA-925B-F3AFCAA7F04D}"/>
          </ac:picMkLst>
        </pc:picChg>
        <pc:picChg chg="add mod">
          <ac:chgData name="Guest User" userId="" providerId="Windows Live" clId="Web-{22151C2E-BD59-45B7-F6D7-276F4C5BBCEB}" dt="2026-09-10T15:54:57.004" v="95" actId="1076"/>
          <ac:picMkLst>
            <pc:docMk/>
            <pc:sldMk cId="1008775159" sldId="290"/>
            <ac:picMk id="18" creationId="{904D0D20-244A-FD5C-36F3-087D3A64EBA8}"/>
          </ac:picMkLst>
        </pc:picChg>
        <pc:picChg chg="add mod">
          <ac:chgData name="Guest User" userId="" providerId="Windows Live" clId="Web-{22151C2E-BD59-45B7-F6D7-276F4C5BBCEB}" dt="2026-09-10T15:54:44.144" v="92" actId="1076"/>
          <ac:picMkLst>
            <pc:docMk/>
            <pc:sldMk cId="1008775159" sldId="290"/>
            <ac:picMk id="19" creationId="{1A66AFBF-0FCA-8497-5E09-397CFE5BF4F9}"/>
          </ac:picMkLst>
        </pc:picChg>
      </pc:sldChg>
      <pc:sldChg chg="modSp">
        <pc:chgData name="Guest User" userId="" providerId="Windows Live" clId="Web-{22151C2E-BD59-45B7-F6D7-276F4C5BBCEB}" dt="2026-09-10T17:19:02.669" v="271" actId="20577"/>
        <pc:sldMkLst>
          <pc:docMk/>
          <pc:sldMk cId="3340319610" sldId="291"/>
        </pc:sldMkLst>
        <pc:spChg chg="mod">
          <ac:chgData name="Guest User" userId="" providerId="Windows Live" clId="Web-{22151C2E-BD59-45B7-F6D7-276F4C5BBCEB}" dt="2026-09-10T17:19:02.669" v="271" actId="20577"/>
          <ac:spMkLst>
            <pc:docMk/>
            <pc:sldMk cId="3340319610" sldId="291"/>
            <ac:spMk id="2" creationId="{00000000-0000-0000-0000-000000000000}"/>
          </ac:spMkLst>
        </pc:spChg>
      </pc:sldChg>
      <pc:sldChg chg="addSp modSp new ord">
        <pc:chgData name="Guest User" userId="" providerId="Windows Live" clId="Web-{22151C2E-BD59-45B7-F6D7-276F4C5BBCEB}" dt="2026-09-10T16:28:14.814" v="124"/>
        <pc:sldMkLst>
          <pc:docMk/>
          <pc:sldMk cId="1617350410" sldId="296"/>
        </pc:sldMkLst>
        <pc:picChg chg="add mod">
          <ac:chgData name="Guest User" userId="" providerId="Windows Live" clId="Web-{22151C2E-BD59-45B7-F6D7-276F4C5BBCEB}" dt="2026-09-10T16:28:07.266" v="122"/>
          <ac:picMkLst>
            <pc:docMk/>
            <pc:sldMk cId="1617350410" sldId="296"/>
            <ac:picMk id="3" creationId="{02959BE7-E5C7-4964-40F4-35E1CE9F4C09}"/>
          </ac:picMkLst>
        </pc:picChg>
      </pc:sldChg>
      <pc:sldChg chg="addSp modSp new mod modClrScheme chgLayout">
        <pc:chgData name="Guest User" userId="" providerId="Windows Live" clId="Web-{22151C2E-BD59-45B7-F6D7-276F4C5BBCEB}" dt="2026-09-10T16:31:15.765" v="131" actId="14100"/>
        <pc:sldMkLst>
          <pc:docMk/>
          <pc:sldMk cId="1464480547" sldId="298"/>
        </pc:sldMkLst>
        <pc:spChg chg="mod ord">
          <ac:chgData name="Guest User" userId="" providerId="Windows Live" clId="Web-{22151C2E-BD59-45B7-F6D7-276F4C5BBCEB}" dt="2026-09-10T16:31:04.905" v="129"/>
          <ac:spMkLst>
            <pc:docMk/>
            <pc:sldMk cId="1464480547" sldId="298"/>
            <ac:spMk id="2" creationId="{5C2E913C-286C-16C0-F932-2DA01F9061AD}"/>
          </ac:spMkLst>
        </pc:spChg>
        <pc:picChg chg="add mod">
          <ac:chgData name="Guest User" userId="" providerId="Windows Live" clId="Web-{22151C2E-BD59-45B7-F6D7-276F4C5BBCEB}" dt="2026-09-10T16:31:15.765" v="131" actId="14100"/>
          <ac:picMkLst>
            <pc:docMk/>
            <pc:sldMk cId="1464480547" sldId="298"/>
            <ac:picMk id="3" creationId="{0B4C0F83-8B08-0597-9EF1-76D9BD97AF9F}"/>
          </ac:picMkLst>
        </pc:picChg>
      </pc:sldChg>
    </pc:docChg>
  </pc:docChgLst>
  <pc:docChgLst>
    <pc:chgData name="Guest User" providerId="Windows Live" clId="Web-{2FD31C94-E5C3-672B-BB4A-E532AAD20974}"/>
    <pc:docChg chg="modSld">
      <pc:chgData name="Guest User" userId="" providerId="Windows Live" clId="Web-{2FD31C94-E5C3-672B-BB4A-E532AAD20974}" dt="2026-09-10T16:57:31.256" v="0" actId="20577"/>
      <pc:docMkLst>
        <pc:docMk/>
      </pc:docMkLst>
      <pc:sldChg chg="modSp">
        <pc:chgData name="Guest User" userId="" providerId="Windows Live" clId="Web-{2FD31C94-E5C3-672B-BB4A-E532AAD20974}" dt="2026-09-10T16:57:31.256" v="0" actId="20577"/>
        <pc:sldMkLst>
          <pc:docMk/>
          <pc:sldMk cId="365236338" sldId="297"/>
        </pc:sldMkLst>
        <pc:graphicFrameChg chg="modGraphic">
          <ac:chgData name="Guest User" userId="" providerId="Windows Live" clId="Web-{2FD31C94-E5C3-672B-BB4A-E532AAD20974}" dt="2026-09-10T16:57:31.256" v="0" actId="20577"/>
          <ac:graphicFrameMkLst>
            <pc:docMk/>
            <pc:sldMk cId="365236338" sldId="297"/>
            <ac:graphicFrameMk id="8" creationId="{10E25A72-5E7E-7292-755A-DFC6A7280060}"/>
          </ac:graphicFrameMkLst>
        </pc:graphicFrameChg>
      </pc:sldChg>
    </pc:docChg>
  </pc:docChgLst>
  <pc:docChgLst>
    <pc:chgData name="Guest User" providerId="Windows Live" clId="Web-{F0FF6930-644C-416C-3562-6DE149283C2B}"/>
    <pc:docChg chg="addSld modSld">
      <pc:chgData name="Guest User" userId="" providerId="Windows Live" clId="Web-{F0FF6930-644C-416C-3562-6DE149283C2B}" dt="2026-09-10T17:31:26.672" v="69"/>
      <pc:docMkLst>
        <pc:docMk/>
      </pc:docMkLst>
      <pc:sldChg chg="addSp modSp">
        <pc:chgData name="Guest User" userId="" providerId="Windows Live" clId="Web-{F0FF6930-644C-416C-3562-6DE149283C2B}" dt="2026-09-10T17:26:04.282" v="57" actId="1076"/>
        <pc:sldMkLst>
          <pc:docMk/>
          <pc:sldMk cId="2908386653" sldId="294"/>
        </pc:sldMkLst>
        <pc:spChg chg="mod">
          <ac:chgData name="Guest User" userId="" providerId="Windows Live" clId="Web-{F0FF6930-644C-416C-3562-6DE149283C2B}" dt="2026-09-10T17:19:11.486" v="10" actId="20577"/>
          <ac:spMkLst>
            <pc:docMk/>
            <pc:sldMk cId="2908386653" sldId="294"/>
            <ac:spMk id="5" creationId="{E19B4BFD-A61C-0140-62E6-91B1B166B2C5}"/>
          </ac:spMkLst>
        </pc:spChg>
        <pc:spChg chg="mod">
          <ac:chgData name="Guest User" userId="" providerId="Windows Live" clId="Web-{F0FF6930-644C-416C-3562-6DE149283C2B}" dt="2026-09-10T17:20:25.501" v="29" actId="20577"/>
          <ac:spMkLst>
            <pc:docMk/>
            <pc:sldMk cId="2908386653" sldId="294"/>
            <ac:spMk id="6" creationId="{A5366E6F-5ED1-C6B7-A337-1221AFBC9F39}"/>
          </ac:spMkLst>
        </pc:spChg>
        <pc:picChg chg="add mod">
          <ac:chgData name="Guest User" userId="" providerId="Windows Live" clId="Web-{F0FF6930-644C-416C-3562-6DE149283C2B}" dt="2026-09-10T17:26:04.282" v="57" actId="1076"/>
          <ac:picMkLst>
            <pc:docMk/>
            <pc:sldMk cId="2908386653" sldId="294"/>
            <ac:picMk id="2" creationId="{A0F5494A-9EBA-224F-AF37-BBC69F656167}"/>
          </ac:picMkLst>
        </pc:picChg>
      </pc:sldChg>
      <pc:sldChg chg="addSp delSp modSp new">
        <pc:chgData name="Guest User" userId="" providerId="Windows Live" clId="Web-{F0FF6930-644C-416C-3562-6DE149283C2B}" dt="2026-09-10T17:27:14.422" v="68" actId="1076"/>
        <pc:sldMkLst>
          <pc:docMk/>
          <pc:sldMk cId="2436682731" sldId="299"/>
        </pc:sldMkLst>
        <pc:spChg chg="mod">
          <ac:chgData name="Guest User" userId="" providerId="Windows Live" clId="Web-{F0FF6930-644C-416C-3562-6DE149283C2B}" dt="2026-09-10T17:21:42.376" v="38" actId="14100"/>
          <ac:spMkLst>
            <pc:docMk/>
            <pc:sldMk cId="2436682731" sldId="299"/>
            <ac:spMk id="2" creationId="{C95DB6E9-4FD2-CBD2-3A12-6B373E9D3B16}"/>
          </ac:spMkLst>
        </pc:spChg>
        <pc:spChg chg="add del">
          <ac:chgData name="Guest User" userId="" providerId="Windows Live" clId="Web-{F0FF6930-644C-416C-3562-6DE149283C2B}" dt="2026-09-10T17:22:14.298" v="40"/>
          <ac:spMkLst>
            <pc:docMk/>
            <pc:sldMk cId="2436682731" sldId="299"/>
            <ac:spMk id="4" creationId="{9A237E2C-B089-67BF-1968-D96F62E25457}"/>
          </ac:spMkLst>
        </pc:spChg>
        <pc:spChg chg="add mod">
          <ac:chgData name="Guest User" userId="" providerId="Windows Live" clId="Web-{F0FF6930-644C-416C-3562-6DE149283C2B}" dt="2026-09-10T17:27:03.891" v="64" actId="14100"/>
          <ac:spMkLst>
            <pc:docMk/>
            <pc:sldMk cId="2436682731" sldId="299"/>
            <ac:spMk id="5" creationId="{0D7309A9-D9FA-228F-2783-3F44193909E4}"/>
          </ac:spMkLst>
        </pc:spChg>
        <pc:picChg chg="add mod">
          <ac:chgData name="Guest User" userId="" providerId="Windows Live" clId="Web-{F0FF6930-644C-416C-3562-6DE149283C2B}" dt="2026-09-10T17:27:14.422" v="68" actId="1076"/>
          <ac:picMkLst>
            <pc:docMk/>
            <pc:sldMk cId="2436682731" sldId="299"/>
            <ac:picMk id="6" creationId="{E94982D6-BDAC-3717-C7E7-4C36C5A9BE4B}"/>
          </ac:picMkLst>
        </pc:picChg>
      </pc:sldChg>
      <pc:sldChg chg="new">
        <pc:chgData name="Guest User" userId="" providerId="Windows Live" clId="Web-{F0FF6930-644C-416C-3562-6DE149283C2B}" dt="2026-09-10T17:31:26.672" v="69"/>
        <pc:sldMkLst>
          <pc:docMk/>
          <pc:sldMk cId="855728128" sldId="300"/>
        </pc:sldMkLst>
      </pc:sldChg>
    </pc:docChg>
  </pc:docChgLst>
  <pc:docChgLst>
    <pc:chgData name="Guest User" providerId="Windows Live" clId="Web-{416FCB6D-DCCF-53D1-8DBB-E3A489918866}"/>
    <pc:docChg chg="addSld delSld modSld sldOrd">
      <pc:chgData name="Guest User" userId="" providerId="Windows Live" clId="Web-{416FCB6D-DCCF-53D1-8DBB-E3A489918866}" dt="2026-09-10T15:36:35.521" v="75"/>
      <pc:docMkLst>
        <pc:docMk/>
      </pc:docMkLst>
      <pc:sldChg chg="addSp modSp mod ord setBg">
        <pc:chgData name="Guest User" userId="" providerId="Windows Live" clId="Web-{416FCB6D-DCCF-53D1-8DBB-E3A489918866}" dt="2026-09-10T15:33:55.817" v="74" actId="1076"/>
        <pc:sldMkLst>
          <pc:docMk/>
          <pc:sldMk cId="3229194105" sldId="287"/>
        </pc:sldMkLst>
        <pc:spChg chg="mod">
          <ac:chgData name="Guest User" userId="" providerId="Windows Live" clId="Web-{416FCB6D-DCCF-53D1-8DBB-E3A489918866}" dt="2026-09-10T15:33:51.004" v="73" actId="1076"/>
          <ac:spMkLst>
            <pc:docMk/>
            <pc:sldMk cId="3229194105" sldId="287"/>
            <ac:spMk id="3" creationId="{E7E2C7D9-2C67-FD1F-D661-EE68FBB80C91}"/>
          </ac:spMkLst>
        </pc:spChg>
        <pc:spChg chg="mod ord">
          <ac:chgData name="Guest User" userId="" providerId="Windows Live" clId="Web-{416FCB6D-DCCF-53D1-8DBB-E3A489918866}" dt="2026-09-10T15:26:49.126" v="4"/>
          <ac:spMkLst>
            <pc:docMk/>
            <pc:sldMk cId="3229194105" sldId="287"/>
            <ac:spMk id="4" creationId="{00000000-0000-0000-0000-000000000000}"/>
          </ac:spMkLst>
        </pc:spChg>
        <pc:spChg chg="mod">
          <ac:chgData name="Guest User" userId="" providerId="Windows Live" clId="Web-{416FCB6D-DCCF-53D1-8DBB-E3A489918866}" dt="2026-09-10T15:27:36.329" v="23" actId="20577"/>
          <ac:spMkLst>
            <pc:docMk/>
            <pc:sldMk cId="3229194105" sldId="287"/>
            <ac:spMk id="5" creationId="{00000000-0000-0000-0000-000000000000}"/>
          </ac:spMkLst>
        </pc:spChg>
        <pc:spChg chg="add mod">
          <ac:chgData name="Guest User" userId="" providerId="Windows Live" clId="Web-{416FCB6D-DCCF-53D1-8DBB-E3A489918866}" dt="2026-09-10T15:33:55.817" v="74" actId="1076"/>
          <ac:spMkLst>
            <pc:docMk/>
            <pc:sldMk cId="3229194105" sldId="287"/>
            <ac:spMk id="6" creationId="{DC813D3D-0E73-5E6A-1633-3170B0A4E264}"/>
          </ac:spMkLst>
        </pc:spChg>
        <pc:grpChg chg="add">
          <ac:chgData name="Guest User" userId="" providerId="Windows Live" clId="Web-{416FCB6D-DCCF-53D1-8DBB-E3A489918866}" dt="2026-09-10T15:26:49.126" v="4"/>
          <ac:grpSpMkLst>
            <pc:docMk/>
            <pc:sldMk cId="3229194105" sldId="287"/>
            <ac:grpSpMk id="10" creationId="{6258F736-B256-8039-9DC6-F4E49A5C5AD5}"/>
          </ac:grpSpMkLst>
        </pc:grpChg>
        <pc:picChg chg="add mod">
          <ac:chgData name="Guest User" userId="" providerId="Windows Live" clId="Web-{416FCB6D-DCCF-53D1-8DBB-E3A489918866}" dt="2026-09-10T15:33:37.254" v="68" actId="1076"/>
          <ac:picMkLst>
            <pc:docMk/>
            <pc:sldMk cId="3229194105" sldId="287"/>
            <ac:picMk id="2" creationId="{2A25053D-26C1-A7A6-8743-D46C565E4550}"/>
          </ac:picMkLst>
        </pc:picChg>
      </pc:sldChg>
      <pc:sldChg chg="modSp new del">
        <pc:chgData name="Guest User" userId="" providerId="Windows Live" clId="Web-{416FCB6D-DCCF-53D1-8DBB-E3A489918866}" dt="2026-09-10T15:28:49.924" v="36"/>
        <pc:sldMkLst>
          <pc:docMk/>
          <pc:sldMk cId="787521738" sldId="295"/>
        </pc:sldMkLst>
        <pc:spChg chg="mod">
          <ac:chgData name="Guest User" userId="" providerId="Windows Live" clId="Web-{416FCB6D-DCCF-53D1-8DBB-E3A489918866}" dt="2026-09-10T15:28:45.736" v="35" actId="20577"/>
          <ac:spMkLst>
            <pc:docMk/>
            <pc:sldMk cId="787521738" sldId="295"/>
            <ac:spMk id="2" creationId="{98018665-B085-0676-53F5-74DA0D6F4896}"/>
          </ac:spMkLst>
        </pc:spChg>
      </pc:sldChg>
      <pc:sldChg chg="new">
        <pc:chgData name="Guest User" userId="" providerId="Windows Live" clId="Web-{416FCB6D-DCCF-53D1-8DBB-E3A489918866}" dt="2026-09-10T15:36:35.521" v="75"/>
        <pc:sldMkLst>
          <pc:docMk/>
          <pc:sldMk cId="2444972175" sldId="29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36221" y="228600"/>
            <a:ext cx="4336815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36220" y="8544102"/>
            <a:ext cx="4195705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>
              <a:solidFill>
                <a:srgbClr val="5C667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69185" y="8544102"/>
            <a:ext cx="76982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5D6C7-3014-BA41-BD83-1D0E54423B55}" type="slidenum">
              <a:rPr lang="en-US" sz="800" smtClean="0">
                <a:solidFill>
                  <a:srgbClr val="5C6670"/>
                </a:solidFill>
                <a:latin typeface="Arial"/>
                <a:cs typeface="Arial"/>
              </a:rPr>
              <a:t>‹#›</a:t>
            </a:fld>
            <a:endParaRPr lang="en-US" sz="800">
              <a:solidFill>
                <a:srgbClr val="5C6670"/>
              </a:solidFill>
              <a:latin typeface="Arial"/>
              <a:cs typeface="Arial"/>
            </a:endParaRPr>
          </a:p>
        </p:txBody>
      </p:sp>
      <p:pic>
        <p:nvPicPr>
          <p:cNvPr id="6" name="Picture 5" descr="Logo_COLOR Clr. ci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647" y="274636"/>
            <a:ext cx="875358" cy="36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332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C049366-A22C-E940-8DC3-0CF6D071F16B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1A326543-B50F-9048-99FD-07D9AB910C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21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326543-B50F-9048-99FD-07D9AB910C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83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API Migration Chasm: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MISO is retiring legacy public CSV reports (rt_lmp_final.csv), leaving external developers struggling to recreate automated pipelines.</a:t>
            </a:r>
            <a:endParaRPr lang="en-US"/>
          </a:p>
          <a:p>
            <a:pPr marL="171450" indent="-171450">
              <a:buFont typeface="Arial,Sans-Serif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Manual Support Drain: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Over 12,500 routine data request tickets flood MISO staff annually, taking 24–72 hours to resolve manually and costing MISO $3.75M each year.</a:t>
            </a:r>
            <a:endParaRPr lang="en-US">
              <a:solidFill>
                <a:srgbClr val="444444"/>
              </a:solidFill>
              <a:highlight>
                <a:srgbClr val="FFFFFF"/>
              </a:highlight>
            </a:endParaRPr>
          </a:p>
          <a:p>
            <a:pPr marL="171450" indent="-171450">
              <a:buFont typeface="Arial"/>
              <a:buChar char="•"/>
            </a:pPr>
            <a:r>
              <a:rPr lang="en-US" b="1">
                <a:solidFill>
                  <a:srgbClr val="1F2328"/>
                </a:solidFill>
                <a:highlight>
                  <a:srgbClr val="FFFFFF"/>
                </a:highlight>
              </a:rPr>
              <a:t>The High Barrier to Entry:</a:t>
            </a:r>
            <a:r>
              <a:rPr lang="en-US">
                <a:solidFill>
                  <a:srgbClr val="1F2328"/>
                </a:solidFill>
                <a:highlight>
                  <a:srgbClr val="FFFFFF"/>
                </a:highlight>
              </a:rPr>
              <a:t> 75+ impenetrable acronyms (LMP, CONE, PRA, MTEP, JTIQ, ICCP) confuse municipal co-ops, clean energy developers, and state regulators.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326543-B50F-9048-99FD-07D9AB910C3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90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 userDrawn="1"/>
        </p:nvSpPr>
        <p:spPr>
          <a:xfrm rot="16200000">
            <a:off x="2386457" y="-1614046"/>
            <a:ext cx="5143502" cy="8371587"/>
          </a:xfrm>
          <a:prstGeom prst="triangle">
            <a:avLst>
              <a:gd name="adj" fmla="val 5043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F82A86-1BF3-7D48-8BA7-58C04305F32B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ight Triangle 8"/>
          <p:cNvSpPr/>
          <p:nvPr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381345" y="3220372"/>
            <a:ext cx="2348070" cy="664208"/>
          </a:xfrm>
        </p:spPr>
        <p:txBody>
          <a:bodyPr>
            <a:normAutofit/>
          </a:bodyPr>
          <a:lstStyle>
            <a:lvl1pPr marL="0" indent="0" algn="r">
              <a:buNone/>
              <a:defRPr sz="1600" b="1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402992" y="1992887"/>
            <a:ext cx="5326422" cy="1102519"/>
          </a:xfrm>
        </p:spPr>
        <p:txBody>
          <a:bodyPr anchor="ctr">
            <a:noAutofit/>
          </a:bodyPr>
          <a:lstStyle>
            <a:lvl1pPr algn="r">
              <a:lnSpc>
                <a:spcPct val="90000"/>
              </a:lnSpc>
              <a:defRPr sz="36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2" name="Oval 11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/>
              </a:endParaRPr>
            </a:p>
          </p:txBody>
        </p:sp>
        <p:pic>
          <p:nvPicPr>
            <p:cNvPr id="16" name="Picture 15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  <p:pic>
        <p:nvPicPr>
          <p:cNvPr id="18" name="Picture 17" descr="MISO Logo - 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5" y="2237201"/>
            <a:ext cx="1210619" cy="5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58843"/>
            <a:ext cx="8696526" cy="343577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2639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28966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3340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5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86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998220"/>
          </a:xfrm>
          <a:prstGeom prst="rect">
            <a:avLst/>
          </a:prstGeom>
          <a:solidFill>
            <a:schemeClr val="accent1"/>
          </a:solidFill>
          <a:ln>
            <a:solidFill>
              <a:srgbClr val="0082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49789"/>
            <a:ext cx="8696526" cy="3444833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67632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998220"/>
          </a:xfrm>
          <a:prstGeom prst="rect">
            <a:avLst/>
          </a:prstGeom>
          <a:solidFill>
            <a:schemeClr val="accent1"/>
          </a:solidFill>
          <a:ln>
            <a:solidFill>
              <a:srgbClr val="0082CA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49" y="1"/>
            <a:ext cx="8696527" cy="99822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49" y="1145833"/>
            <a:ext cx="4255851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5833"/>
            <a:ext cx="4288276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 18">
            <a:extLst>
              <a:ext uri="{FF2B5EF4-FFF2-40B4-BE49-F238E27FC236}">
                <a16:creationId xmlns:a16="http://schemas.microsoft.com/office/drawing/2014/main" id="{B5F9AE7A-5112-EC4E-B213-2FEB8DB91B68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E533C877-4D28-FD43-9970-952928FCD792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05263" y="1114425"/>
            <a:ext cx="4686300" cy="3342085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>
          <a:xfrm>
            <a:off x="346334" y="488908"/>
            <a:ext cx="2522689" cy="106406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3" name="Oval 12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15" name="Picture 14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565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 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2783840" y="548641"/>
            <a:ext cx="6360160" cy="998220"/>
          </a:xfrm>
          <a:prstGeom prst="rect">
            <a:avLst/>
          </a:prstGeom>
          <a:solidFill>
            <a:srgbClr val="C1E9FF">
              <a:alpha val="38824"/>
            </a:srgb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4F66E95-BE08-DB4B-BCEE-8813220A2311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F071056D-F89C-B546-93E0-DF88627E547C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"/>
          <p:cNvSpPr>
            <a:spLocks noGrp="1"/>
          </p:cNvSpPr>
          <p:nvPr>
            <p:ph type="title" hasCustomPrompt="1"/>
          </p:nvPr>
        </p:nvSpPr>
        <p:spPr>
          <a:xfrm>
            <a:off x="346334" y="488908"/>
            <a:ext cx="2522689" cy="106406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Executive Summary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15" name="Oval 14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23" name="Picture 22" descr="MISO Icon Only.pn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491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>
            <a:off x="0" y="4669610"/>
            <a:ext cx="9144000" cy="0"/>
          </a:xfrm>
          <a:prstGeom prst="line">
            <a:avLst/>
          </a:prstGeom>
          <a:ln>
            <a:solidFill>
              <a:srgbClr val="0082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>
            <a:extLst>
              <a:ext uri="{FF2B5EF4-FFF2-40B4-BE49-F238E27FC236}">
                <a16:creationId xmlns:a16="http://schemas.microsoft.com/office/drawing/2014/main" id="{CF391C6C-C106-9743-AA1E-C601AAFF168B}"/>
              </a:ext>
            </a:extLst>
          </p:cNvPr>
          <p:cNvSpPr/>
          <p:nvPr userDrawn="1"/>
        </p:nvSpPr>
        <p:spPr>
          <a:xfrm>
            <a:off x="4663866" y="2"/>
            <a:ext cx="4480135" cy="5143499"/>
          </a:xfrm>
          <a:custGeom>
            <a:avLst/>
            <a:gdLst>
              <a:gd name="connsiteX0" fmla="*/ 0 w 4480135"/>
              <a:gd name="connsiteY0" fmla="*/ 0 h 5143499"/>
              <a:gd name="connsiteX1" fmla="*/ 4480135 w 4480135"/>
              <a:gd name="connsiteY1" fmla="*/ 0 h 5143499"/>
              <a:gd name="connsiteX2" fmla="*/ 264244 w 4480135"/>
              <a:gd name="connsiteY2" fmla="*/ 5143499 h 5143499"/>
              <a:gd name="connsiteX3" fmla="*/ 0 w 4480135"/>
              <a:gd name="connsiteY3" fmla="*/ 5143499 h 5143499"/>
              <a:gd name="connsiteX4" fmla="*/ 0 w 4480135"/>
              <a:gd name="connsiteY4" fmla="*/ 0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0135" h="5143499">
                <a:moveTo>
                  <a:pt x="0" y="0"/>
                </a:moveTo>
                <a:lnTo>
                  <a:pt x="4480135" y="0"/>
                </a:lnTo>
                <a:lnTo>
                  <a:pt x="264244" y="5143499"/>
                </a:lnTo>
                <a:lnTo>
                  <a:pt x="0" y="5143499"/>
                </a:lnTo>
                <a:lnTo>
                  <a:pt x="0" y="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F7B829C-2EE7-DC4D-975C-65FBE6CE48AA}"/>
              </a:ext>
            </a:extLst>
          </p:cNvPr>
          <p:cNvSpPr/>
          <p:nvPr/>
        </p:nvSpPr>
        <p:spPr>
          <a:xfrm rot="5400000">
            <a:off x="1682761" y="-1682761"/>
            <a:ext cx="5143498" cy="8509021"/>
          </a:xfrm>
          <a:custGeom>
            <a:avLst/>
            <a:gdLst>
              <a:gd name="connsiteX0" fmla="*/ 0 w 5172809"/>
              <a:gd name="connsiteY0" fmla="*/ 3845155 h 8509021"/>
              <a:gd name="connsiteX1" fmla="*/ 0 w 5172809"/>
              <a:gd name="connsiteY1" fmla="*/ 0 h 8509021"/>
              <a:gd name="connsiteX2" fmla="*/ 5172809 w 5172809"/>
              <a:gd name="connsiteY2" fmla="*/ 3845155 h 8509021"/>
              <a:gd name="connsiteX3" fmla="*/ 0 w 5172809"/>
              <a:gd name="connsiteY3" fmla="*/ 8509021 h 8509021"/>
              <a:gd name="connsiteX4" fmla="*/ 0 w 5172809"/>
              <a:gd name="connsiteY4" fmla="*/ 3845156 h 8509021"/>
              <a:gd name="connsiteX5" fmla="*/ 5172809 w 5172809"/>
              <a:gd name="connsiteY5" fmla="*/ 3845156 h 8509021"/>
              <a:gd name="connsiteX6" fmla="*/ 5172809 w 5172809"/>
              <a:gd name="connsiteY6" fmla="*/ 8509021 h 850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72809" h="8509021">
                <a:moveTo>
                  <a:pt x="0" y="3845155"/>
                </a:moveTo>
                <a:lnTo>
                  <a:pt x="0" y="0"/>
                </a:lnTo>
                <a:lnTo>
                  <a:pt x="5172809" y="3845155"/>
                </a:lnTo>
                <a:close/>
                <a:moveTo>
                  <a:pt x="0" y="8509021"/>
                </a:moveTo>
                <a:lnTo>
                  <a:pt x="0" y="3845156"/>
                </a:lnTo>
                <a:lnTo>
                  <a:pt x="5172809" y="3845156"/>
                </a:lnTo>
                <a:lnTo>
                  <a:pt x="5172809" y="85090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5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473075" y="1647934"/>
            <a:ext cx="6018036" cy="1064060"/>
          </a:xfrm>
        </p:spPr>
        <p:txBody>
          <a:bodyPr anchor="ctr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9677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sosceles Triangle 4"/>
          <p:cNvSpPr/>
          <p:nvPr userDrawn="1"/>
        </p:nvSpPr>
        <p:spPr>
          <a:xfrm rot="16200000">
            <a:off x="2810155" y="-1190348"/>
            <a:ext cx="5143502" cy="7524192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A8C9BFE-1F70-D84B-B466-448577E604B6}"/>
              </a:ext>
            </a:extLst>
          </p:cNvPr>
          <p:cNvSpPr/>
          <p:nvPr userDrawn="1"/>
        </p:nvSpPr>
        <p:spPr>
          <a:xfrm>
            <a:off x="-2" y="0"/>
            <a:ext cx="4323647" cy="5143500"/>
          </a:xfrm>
          <a:custGeom>
            <a:avLst/>
            <a:gdLst>
              <a:gd name="connsiteX0" fmla="*/ 0 w 4323647"/>
              <a:gd name="connsiteY0" fmla="*/ 0 h 5143500"/>
              <a:gd name="connsiteX1" fmla="*/ 4323647 w 4323647"/>
              <a:gd name="connsiteY1" fmla="*/ 0 h 5143500"/>
              <a:gd name="connsiteX2" fmla="*/ 255013 w 4323647"/>
              <a:gd name="connsiteY2" fmla="*/ 5143500 h 5143500"/>
              <a:gd name="connsiteX3" fmla="*/ 0 w 4323647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3647" h="5143500">
                <a:moveTo>
                  <a:pt x="0" y="0"/>
                </a:moveTo>
                <a:lnTo>
                  <a:pt x="4323647" y="0"/>
                </a:lnTo>
                <a:lnTo>
                  <a:pt x="25501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57B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EA17AAC6-F419-E94E-A9BB-74E72D06FF2B}"/>
              </a:ext>
            </a:extLst>
          </p:cNvPr>
          <p:cNvSpPr/>
          <p:nvPr userDrawn="1"/>
        </p:nvSpPr>
        <p:spPr>
          <a:xfrm rot="5400000">
            <a:off x="-726841" y="726839"/>
            <a:ext cx="5143503" cy="3689823"/>
          </a:xfrm>
          <a:prstGeom prst="rtTriangle">
            <a:avLst/>
          </a:prstGeom>
          <a:solidFill>
            <a:srgbClr val="0082CA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02992" y="1928893"/>
            <a:ext cx="5326422" cy="1102519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Questions?</a:t>
            </a:r>
          </a:p>
        </p:txBody>
      </p:sp>
      <p:pic>
        <p:nvPicPr>
          <p:cNvPr id="21" name="Picture 20" descr="MISO Logo - Wh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5" y="2237201"/>
            <a:ext cx="1210619" cy="510056"/>
          </a:xfrm>
          <a:prstGeom prst="rect">
            <a:avLst/>
          </a:prstGeom>
        </p:spPr>
      </p:pic>
      <p:grpSp>
        <p:nvGrpSpPr>
          <p:cNvPr id="22" name="Group 21"/>
          <p:cNvGrpSpPr/>
          <p:nvPr userDrawn="1"/>
        </p:nvGrpSpPr>
        <p:grpSpPr>
          <a:xfrm>
            <a:off x="1702311" y="1634018"/>
            <a:ext cx="1762604" cy="1764792"/>
            <a:chOff x="1702311" y="1634018"/>
            <a:chExt cx="1762604" cy="1764792"/>
          </a:xfrm>
        </p:grpSpPr>
        <p:sp>
          <p:nvSpPr>
            <p:cNvPr id="23" name="Oval 22"/>
            <p:cNvSpPr/>
            <p:nvPr userDrawn="1"/>
          </p:nvSpPr>
          <p:spPr>
            <a:xfrm>
              <a:off x="1702311" y="1634018"/>
              <a:ext cx="1762604" cy="17647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pic>
          <p:nvPicPr>
            <p:cNvPr id="24" name="Picture 23" descr="MISO Icon Only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802" y="1764820"/>
              <a:ext cx="1507623" cy="15031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1008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950" y="1158843"/>
            <a:ext cx="8696526" cy="343577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1634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570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Plain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95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54886"/>
            <a:ext cx="4255850" cy="3394472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11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303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949" y="205979"/>
            <a:ext cx="8696527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949" y="1063229"/>
            <a:ext cx="8696527" cy="3531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239950" y="4767263"/>
            <a:ext cx="23667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Arial"/>
              </a:defRPr>
            </a:lvl1pPr>
          </a:lstStyle>
          <a:p>
            <a:fld id="{A831B688-59B0-2941-88A8-63EB5CF41C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MISO Logo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424" y="4767263"/>
            <a:ext cx="597052" cy="25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0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6" r:id="rId3"/>
    <p:sldLayoutId id="2147483687" r:id="rId4"/>
    <p:sldLayoutId id="2147483680" r:id="rId5"/>
    <p:sldLayoutId id="2147483677" r:id="rId6"/>
    <p:sldLayoutId id="2147483681" r:id="rId7"/>
    <p:sldLayoutId id="2147483676" r:id="rId8"/>
    <p:sldLayoutId id="2147483678" r:id="rId9"/>
    <p:sldLayoutId id="2147483682" r:id="rId10"/>
    <p:sldLayoutId id="2147483675" r:id="rId11"/>
    <p:sldLayoutId id="2147483683" r:id="rId12"/>
    <p:sldLayoutId id="2147483685" r:id="rId13"/>
    <p:sldLayoutId id="2147483684" r:id="rId14"/>
    <p:sldLayoutId id="2147483679" r:id="rId15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rgbClr val="0082CA"/>
          </a:solidFill>
          <a:latin typeface="+mn-lt"/>
          <a:ea typeface="+mj-ea"/>
          <a:cs typeface="Arial"/>
        </a:defRPr>
      </a:lvl1pPr>
    </p:titleStyle>
    <p:bodyStyle>
      <a:lvl1pPr marL="2270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0082CA"/>
        </a:buClr>
        <a:buSzPct val="80000"/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Arial"/>
        </a:defRPr>
      </a:lvl1pPr>
      <a:lvl2pPr marL="687388" indent="-230188" algn="l" defTabSz="457200" rtl="0" eaLnBrk="1" latinLnBrk="0" hangingPunct="1">
        <a:lnSpc>
          <a:spcPct val="114000"/>
        </a:lnSpc>
        <a:spcBef>
          <a:spcPts val="500"/>
        </a:spcBef>
        <a:buClr>
          <a:srgbClr val="5C6670"/>
        </a:buClr>
        <a:buSzPct val="80000"/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Arial"/>
        </a:defRPr>
      </a:lvl2pPr>
      <a:lvl3pPr marL="11414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Arial"/>
        </a:defRPr>
      </a:lvl3pPr>
      <a:lvl4pPr marL="1601788" indent="-230188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2055813" indent="-227013" algn="l" defTabSz="457200" rtl="0" eaLnBrk="1" latinLnBrk="0" hangingPunct="1">
        <a:lnSpc>
          <a:spcPct val="114000"/>
        </a:lnSpc>
        <a:spcBef>
          <a:spcPts val="500"/>
        </a:spcBef>
        <a:buClr>
          <a:srgbClr val="57BFE3"/>
        </a:buClr>
        <a:buSzPct val="80000"/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1920240"/>
            <a:ext cx="8412480" cy="2286000"/>
          </a:xfrm>
        </p:spPr>
        <p:txBody>
          <a:bodyPr/>
          <a:lstStyle/>
          <a:p>
            <a:r>
              <a:rPr sz="1800" b="1">
                <a:solidFill>
                  <a:srgbClr val="0082CA"/>
                </a:solidFill>
                <a:latin typeface="Lato"/>
              </a:rPr>
              <a:t>Intelligent Navigation &amp; Discovery Engine for Public Energy Data</a:t>
            </a:r>
          </a:p>
          <a:p>
            <a:r>
              <a:rPr sz="1350" i="1">
                <a:solidFill>
                  <a:srgbClr val="1E293B"/>
                </a:solidFill>
                <a:latin typeface="Lato"/>
              </a:rPr>
              <a:t>Transforming Public Grid Intelligence: From Buried Datasets to Predictive Insights</a:t>
            </a:r>
          </a:p>
          <a:p>
            <a:r>
              <a:rPr sz="1150">
                <a:solidFill>
                  <a:srgbClr val="64748B"/>
                </a:solidFill>
                <a:latin typeface="Lato"/>
              </a:rPr>
              <a:t>Xtern Fall 2026 Challenge Submission  |  Partner: Midcontinent Independent System Operator (MISO)</a:t>
            </a:r>
          </a:p>
          <a:p>
            <a:r>
              <a:rPr sz="1050" i="1">
                <a:solidFill>
                  <a:srgbClr val="64748B"/>
                </a:solidFill>
                <a:latin typeface="Lato"/>
              </a:rPr>
              <a:t>Challenge Deliverable: An AI Discovery Layer Built Directly on Top of MISO's Website (React 18 + FastAPI + Gemini)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822960"/>
            <a:ext cx="8412480" cy="914400"/>
          </a:xfrm>
        </p:spPr>
        <p:txBody>
          <a:bodyPr/>
          <a:lstStyle/>
          <a:p>
            <a:pPr algn="l"/>
            <a:r>
              <a:rPr sz="4200" b="1">
                <a:solidFill>
                  <a:srgbClr val="004D71"/>
                </a:solidFill>
                <a:latin typeface="Lato"/>
              </a:rPr>
              <a:t>MISO OmniSearch</a:t>
            </a:r>
          </a:p>
        </p:txBody>
      </p:sp>
    </p:spTree>
    <p:extLst>
      <p:ext uri="{BB962C8B-B14F-4D97-AF65-F5344CB8AC3E}">
        <p14:creationId xmlns:p14="http://schemas.microsoft.com/office/powerpoint/2010/main" val="256924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77240"/>
          </a:xfrm>
        </p:spPr>
        <p:txBody>
          <a:bodyPr/>
          <a:lstStyle/>
          <a:p>
            <a:r>
              <a:rPr sz="2400" b="1">
                <a:solidFill>
                  <a:srgbClr val="004D71"/>
                </a:solidFill>
                <a:latin typeface="Lato"/>
              </a:rPr>
              <a:t>The Core Challenge: Public Energy Data Friction</a:t>
            </a:r>
          </a:p>
          <a:p>
            <a:r>
              <a:rPr sz="1200" i="1">
                <a:solidFill>
                  <a:srgbClr val="0082CA"/>
                </a:solidFill>
                <a:latin typeface="Lato"/>
              </a:rPr>
              <a:t>Addressing MISO's Challenge Prompt: Discoverability, Accessibility, Usability, and 12,500 Annual Support Tickets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3" name="Rounded Rectangle 62"/>
          <p:cNvSpPr/>
          <p:nvPr/>
        </p:nvSpPr>
        <p:spPr>
          <a:xfrm>
            <a:off x="237744" y="1051560"/>
            <a:ext cx="2633472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/>
            <a:r>
              <a:rPr sz="1350" b="1">
                <a:solidFill>
                  <a:srgbClr val="004D71"/>
                </a:solidFill>
                <a:latin typeface="Lato"/>
              </a:rPr>
              <a:t>1. Discoverability Barrier</a:t>
            </a:r>
          </a:p>
          <a:p>
            <a:r>
              <a:rPr sz="1050" i="1">
                <a:solidFill>
                  <a:srgbClr val="0082CA"/>
                </a:solidFill>
                <a:latin typeface="Lato"/>
              </a:rPr>
              <a:t>Buried Data &amp; Retiring Reports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MISO's public portal spans thousands of nested web pages, unindexed PDF filings, and complex tariff documents.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MISO is retiring legacy public CSV market reports (e.g., rt_lmp_final.csv), breaking downstream external automated pipelines.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Stakeholders cannot quickly locate historical pricing trends, real-time telemetry, or interconnection queues without domain expertise.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054096" y="1051560"/>
            <a:ext cx="2633472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/>
            <a:r>
              <a:rPr sz="1350" b="1">
                <a:solidFill>
                  <a:srgbClr val="004D71"/>
                </a:solidFill>
                <a:latin typeface="Lato"/>
              </a:rPr>
              <a:t>2. Usability &amp; Jargon Wall</a:t>
            </a:r>
          </a:p>
          <a:p>
            <a:r>
              <a:rPr sz="1050" i="1">
                <a:solidFill>
                  <a:srgbClr val="0082CA"/>
                </a:solidFill>
                <a:latin typeface="Lato"/>
              </a:rPr>
              <a:t>75+ Impenetrable Acronyms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Over 75 impenetrable industry acronyms (LMP, CONE, PRA, MTEP, JTIQ, ICCP) confuse municipal co-ops, clean tech teams, and regulators.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External stakeholders lack plain-language explanations of market mechanics, pricing formulas, and congestion cost calculations.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Joining Commercial Pricing Nodes across Eastern Prevailing Time (EPT) vs. UTC creates severe operational and billing friction.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70448" y="1051560"/>
            <a:ext cx="2633472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146304"/>
          <a:lstStyle/>
          <a:p>
            <a:pPr algn="ctr"/>
            <a:r>
              <a:rPr sz="1350" b="1">
                <a:solidFill>
                  <a:srgbClr val="B2292E"/>
                </a:solidFill>
                <a:latin typeface="Lato"/>
              </a:rPr>
              <a:t>3. Manual Support Drain</a:t>
            </a:r>
          </a:p>
          <a:p>
            <a:r>
              <a:rPr sz="1050" i="1">
                <a:solidFill>
                  <a:srgbClr val="B2292E"/>
                </a:solidFill>
                <a:latin typeface="Lato"/>
              </a:rPr>
              <a:t>12,500 Inquiries / $3.75M Annual Cost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Over 80% of inquiries flooding MISO's CSR and External Affairs teams are routine requests for basic data retrieval and acronym definitions.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Each ticket requires 24 to 72 hours of manual engineer research, data extraction, validation, and email composition.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• Costs MISO $3.75M annually, diverting over 40,000 hours of specialized staff time away from core grid reliability engineering.</a:t>
            </a:r>
          </a:p>
        </p:txBody>
      </p:sp>
    </p:spTree>
    <p:extLst>
      <p:ext uri="{BB962C8B-B14F-4D97-AF65-F5344CB8AC3E}">
        <p14:creationId xmlns:p14="http://schemas.microsoft.com/office/powerpoint/2010/main" val="100877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3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The Solution: MISO OmniSearch Built on Top of the Website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An Intelligent Discovery &amp; Usability Layer Transforming Public Grid Data into Instant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E2BBF8-A2AB-DDE8-9842-E0E930D7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7" r="-106" b="77381"/>
          <a:stretch>
            <a:fillRect/>
          </a:stretch>
        </p:blipFill>
        <p:spPr>
          <a:xfrm>
            <a:off x="961072" y="960120"/>
            <a:ext cx="7190907" cy="854272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8DE8A111-D76B-F889-ECCD-ECFC51133DA4}"/>
              </a:ext>
            </a:extLst>
          </p:cNvPr>
          <p:cNvSpPr/>
          <p:nvPr/>
        </p:nvSpPr>
        <p:spPr>
          <a:xfrm rot="19980000">
            <a:off x="7816282" y="879899"/>
            <a:ext cx="673608" cy="271272"/>
          </a:xfrm>
          <a:prstGeom prst="lef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8F644-EA7B-D9F1-29A3-6566E545F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"/>
          <a:stretch>
            <a:fillRect/>
          </a:stretch>
        </p:blipFill>
        <p:spPr>
          <a:xfrm>
            <a:off x="1809750" y="1783080"/>
            <a:ext cx="5501640" cy="2423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" y="4297680"/>
            <a:ext cx="7955279" cy="320040"/>
          </a:xfrm>
          <a:prstGeom prst="roundRect">
            <a:avLst/>
          </a:prstGeom>
          <a:solidFill>
            <a:srgbClr val="004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Lato"/>
              </a:rPr>
              <a:t>Live Operations Telemetry   •   Dynamic Persona Inference   •   360° Knowledge Canvas   •   1-Click Executive PDF Studio</a:t>
            </a:r>
          </a:p>
        </p:txBody>
      </p:sp>
    </p:spTree>
    <p:extLst>
      <p:ext uri="{BB962C8B-B14F-4D97-AF65-F5344CB8AC3E}">
        <p14:creationId xmlns:p14="http://schemas.microsoft.com/office/powerpoint/2010/main" val="333996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Feature 1 — Session-Aware Radar &amp; Live Grid Telemetry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Instant Context &amp; Proactive Pre-fetching Before You Even Type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37744" y="960120"/>
            <a:ext cx="8595360" cy="1463040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/>
            <a:r>
              <a:rPr sz="1250" b="1">
                <a:solidFill>
                  <a:srgbClr val="004D71"/>
                </a:solidFill>
                <a:latin typeface="Lato"/>
              </a:rPr>
              <a:t>• Proactive Context Ingestion: </a:t>
            </a:r>
            <a:r>
              <a:rPr sz="1250">
                <a:solidFill>
                  <a:srgbClr val="1E293B"/>
                </a:solidFill>
                <a:latin typeface="Lato"/>
              </a:rPr>
              <a:t>Automatically detects referring browsing path on misoenergy.org (/markets, /planning, /interconnection) to pre-load regional metrics.</a:t>
            </a:r>
          </a:p>
          <a:p>
            <a:r>
              <a:rPr sz="1250" b="1">
                <a:solidFill>
                  <a:srgbClr val="004D71"/>
                </a:solidFill>
                <a:latin typeface="Lato"/>
              </a:rPr>
              <a:t>• Live Operations Telemetry: </a:t>
            </a:r>
            <a:r>
              <a:rPr sz="1250">
                <a:solidFill>
                  <a:srgbClr val="1E293B"/>
                </a:solidFill>
                <a:latin typeface="Lato"/>
              </a:rPr>
              <a:t>Continuously polls public-api.misoenergy.org for real-time 5-minute fuel generation (Gas, Coal, Wind, Nuclear, Solar) and demand (60s TTL cache).</a:t>
            </a:r>
          </a:p>
          <a:p>
            <a:r>
              <a:rPr sz="1250" b="1">
                <a:solidFill>
                  <a:srgbClr val="004D71"/>
                </a:solidFill>
                <a:latin typeface="Lato"/>
              </a:rPr>
              <a:t>• Zero Cold-Start Discovery: </a:t>
            </a:r>
            <a:r>
              <a:rPr sz="1250">
                <a:solidFill>
                  <a:srgbClr val="1E293B"/>
                </a:solidFill>
                <a:latin typeface="Lato"/>
              </a:rPr>
              <a:t>Curated prompt chips ("Compare Indiana vs. Michigan Hubs", "Wind Generation Peak Record") eliminate search paralysis.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697862-5B46-16AE-C924-D04BC81C5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14600"/>
            <a:ext cx="7589520" cy="173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92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BBC3D-44E7-684F-7E4B-C195FFE2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422D0D-50DD-D187-EC37-39415D2F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Feature 2 — 360° Knowledge Canvas &amp; Persona Intelligence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One Unified Search Engine Tailored to Four Key Stakeholder Audiences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8795C-0771-DD46-100F-CD5A74E4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05840"/>
            <a:ext cx="5943600" cy="3291840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/>
            <a:r>
              <a:rPr sz="1200" b="1">
                <a:solidFill>
                  <a:srgbClr val="004D71"/>
                </a:solidFill>
                <a:latin typeface="Lato"/>
              </a:rPr>
              <a:t>• Dynamic Persona Detection: </a:t>
            </a:r>
            <a:r>
              <a:rPr sz="1200">
                <a:solidFill>
                  <a:srgbClr val="1E293B"/>
                </a:solidFill>
                <a:latin typeface="Lato"/>
              </a:rPr>
              <a:t>Passively analyzes query patterns and offers 1-click switching to Municipal Co-op, Trader, Regulator, or Public modes.</a:t>
            </a:r>
            <a:endParaRPr lang="en-US" sz="2000">
              <a:ea typeface="Lato"/>
            </a:endParaRPr>
          </a:p>
          <a:p>
            <a:r>
              <a:rPr sz="1200" b="1">
                <a:solidFill>
                  <a:srgbClr val="80BC00"/>
                </a:solidFill>
                <a:latin typeface="Lato"/>
              </a:rPr>
              <a:t>• Four Tailored Perspectives: </a:t>
            </a:r>
            <a:r>
              <a:rPr sz="1200">
                <a:solidFill>
                  <a:srgbClr val="1E293B"/>
                </a:solidFill>
                <a:latin typeface="Lato"/>
              </a:rPr>
              <a:t>Co-ops see planning reserves (PRMR) &amp; auction clearing; Traders see arbitrage spreads; Public sees clean energy; Regulators see CONE equity.</a:t>
            </a:r>
          </a:p>
          <a:p>
            <a:r>
              <a:rPr sz="1200" b="1">
                <a:solidFill>
                  <a:srgbClr val="0082CA"/>
                </a:solidFill>
                <a:latin typeface="Lato"/>
              </a:rPr>
              <a:t>• Mathematical LMP Decomposition: </a:t>
            </a:r>
            <a:r>
              <a:rPr sz="1200">
                <a:solidFill>
                  <a:srgbClr val="1E293B"/>
                </a:solidFill>
                <a:latin typeface="Lato"/>
              </a:rPr>
              <a:t>Interactive Recharts curves break down Locational Marginal Pricing into Energy + Congestion (MCC) + Losses (MLC).</a:t>
            </a:r>
          </a:p>
          <a:p>
            <a:r>
              <a:rPr sz="1200" b="1">
                <a:solidFill>
                  <a:srgbClr val="FF9E18"/>
                </a:solidFill>
                <a:latin typeface="Lato"/>
              </a:rPr>
              <a:t>• Universal Jargon HUD (Ctrl+J): </a:t>
            </a:r>
            <a:r>
              <a:rPr sz="1200">
                <a:solidFill>
                  <a:srgbClr val="1E293B"/>
                </a:solidFill>
                <a:latin typeface="Lato"/>
              </a:rPr>
              <a:t>Interactive acronym drawer demystifies 45+ terms (CONE, PRA, MTEP, JTIQ) with plain-English definitions, eliminating confusion.</a:t>
            </a:r>
          </a:p>
          <a:p>
            <a:r>
              <a:rPr sz="1200" b="1">
                <a:solidFill>
                  <a:srgbClr val="B2292E"/>
                </a:solidFill>
                <a:latin typeface="Lato"/>
              </a:rPr>
              <a:t>• Anti-Hallucination Firewall: </a:t>
            </a:r>
            <a:r>
              <a:rPr sz="1200">
                <a:solidFill>
                  <a:srgbClr val="1E293B"/>
                </a:solidFill>
                <a:latin typeface="Lato"/>
              </a:rPr>
              <a:t>All AI generated commentary is strictly validated against verified MISO market pricing bounds ($0 to $1,000/MWh).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A8BE-1D02-1D6C-0F23-D214916D48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9CFEC3-62C2-729D-1AC7-E28C2D96D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237744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90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DFA4-F288-7AC6-5811-B5539BC54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C206BD-9689-21F2-317E-7C25E2372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Feature 3 — Side-by-Side Comparative Market Intelligence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Point-and-Click Cross-Zonal Analysis Without Leaving the Browser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27972-2EDA-860F-6538-6633D2E7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005840"/>
            <a:ext cx="4389120" cy="329184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226695" indent="-226695">
              <a:lnSpc>
                <a:spcPct val="113999"/>
              </a:lnSpc>
            </a:pPr>
            <a:r>
              <a:rPr sz="1200" b="1">
                <a:solidFill>
                  <a:srgbClr val="004D71"/>
                </a:solidFill>
                <a:latin typeface="Lato"/>
              </a:rPr>
              <a:t>• Multi-Hub Benchmarking: </a:t>
            </a:r>
            <a:r>
              <a:rPr sz="1200">
                <a:solidFill>
                  <a:srgbClr val="1E293B"/>
                </a:solidFill>
                <a:latin typeface="Lato"/>
              </a:rPr>
              <a:t>Compare Indiana, Michigan, and Texas commercial pricing nodes on synchronized 24-hour dual-axis curves with instant delta stats.</a:t>
            </a:r>
            <a:endParaRPr lang="en-US" sz="2000">
              <a:ea typeface="Lato"/>
            </a:endParaRPr>
          </a:p>
          <a:p>
            <a:r>
              <a:rPr sz="1200" b="1">
                <a:solidFill>
                  <a:srgbClr val="004D71"/>
                </a:solidFill>
                <a:latin typeface="Lato"/>
              </a:rPr>
              <a:t>• Congestion Divergence Alerts: </a:t>
            </a:r>
            <a:r>
              <a:rPr sz="1200">
                <a:solidFill>
                  <a:srgbClr val="1E293B"/>
                </a:solidFill>
                <a:latin typeface="Lato"/>
              </a:rPr>
              <a:t>Automated visual markers alert users when nodal pricing spreads exceed normal operational limits, pinpointing bottlenecks.</a:t>
            </a:r>
          </a:p>
          <a:p>
            <a:r>
              <a:rPr sz="1200" b="1">
                <a:solidFill>
                  <a:srgbClr val="004D71"/>
                </a:solidFill>
                <a:latin typeface="Lato"/>
              </a:rPr>
              <a:t>• Fuel Diversity Breakdown: </a:t>
            </a:r>
            <a:r>
              <a:rPr sz="1200">
                <a:solidFill>
                  <a:srgbClr val="1E293B"/>
                </a:solidFill>
                <a:latin typeface="Lato"/>
              </a:rPr>
              <a:t>Interactive Recharts breakdown comparing installed capacity (GW), real-time generation shares, and historical peak records.</a:t>
            </a:r>
          </a:p>
          <a:p>
            <a:r>
              <a:rPr sz="1200" b="1">
                <a:solidFill>
                  <a:srgbClr val="004D71"/>
                </a:solidFill>
                <a:latin typeface="Lato"/>
              </a:rPr>
              <a:t>• Transmission Portfolios: </a:t>
            </a:r>
            <a:r>
              <a:rPr sz="1200">
                <a:solidFill>
                  <a:srgbClr val="1E293B"/>
                </a:solidFill>
                <a:latin typeface="Lato"/>
              </a:rPr>
              <a:t>Compare Local MTEP ($4.1B) upgrades against Regional LRTP ($10.3B &amp; $21.8B) and Interregional JTIQ seam lines ($1.2B) without Excel.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4C1D3-E049-2996-14C9-C1FAAA58A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DE320-2785-B7BF-3785-24292A94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2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sz="2200" b="1">
                <a:solidFill>
                  <a:srgbClr val="004D71"/>
                </a:solidFill>
                <a:latin typeface="Lato"/>
              </a:rPr>
              <a:t>Process &amp; Design: High-Performance Data Architecture</a:t>
            </a:r>
            <a:endParaRPr lang="en-US" kern="1200">
              <a:solidFill>
                <a:schemeClr val="bg1"/>
              </a:solidFill>
              <a:latin typeface="+mj-lt"/>
              <a:cs typeface="+mj-cs"/>
            </a:endParaRP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Fast, Deterministic Pipeline Built on Top of MISO's Public Infrastructure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2C7D9-2C67-FD1F-D661-EE68FBB80C91}"/>
              </a:ext>
            </a:extLst>
          </p:cNvPr>
          <p:cNvSpPr txBox="1"/>
          <p:nvPr/>
        </p:nvSpPr>
        <p:spPr>
          <a:xfrm>
            <a:off x="237744" y="1371600"/>
            <a:ext cx="3017520" cy="283464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sz="1100" b="1">
                <a:solidFill>
                  <a:srgbClr val="004D71"/>
                </a:solidFill>
                <a:latin typeface="Lato"/>
              </a:rPr>
              <a:t>1. Multi-Modal Ingestion: </a:t>
            </a:r>
            <a:r>
              <a:rPr sz="1100">
                <a:solidFill>
                  <a:srgbClr val="1E293B"/>
                </a:solidFill>
                <a:latin typeface="Lato"/>
              </a:rPr>
              <a:t>Omnibar natural query, URL referring path detection, and direct Jargon HUD (Ctrl+J) acronym triggers.</a:t>
            </a:r>
            <a:endParaRPr lang="en-US"/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2. Dual-Layer Data Engine: </a:t>
            </a:r>
            <a:r>
              <a:rPr sz="1100">
                <a:solidFill>
                  <a:srgbClr val="1E293B"/>
                </a:solidFill>
                <a:latin typeface="Lato"/>
              </a:rPr>
              <a:t>FastAPI reads 6 verified baseline JSON registries with automatic live MISO operations API fallback.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3. Legacy CSV-to-API Crosswalk: </a:t>
            </a:r>
            <a:r>
              <a:rPr sz="1100">
                <a:solidFill>
                  <a:srgbClr val="1E293B"/>
                </a:solidFill>
                <a:latin typeface="Lato"/>
              </a:rPr>
              <a:t>crosswalk.json maps retiring report column names (HE, NODE_NAME) directly to modern Data Exchange REST endpoints.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4. Anticipatory Feedback: </a:t>
            </a:r>
            <a:r>
              <a:rPr sz="1100">
                <a:solidFill>
                  <a:srgbClr val="1E293B"/>
                </a:solidFill>
                <a:latin typeface="Lato"/>
              </a:rPr>
              <a:t>Pre-computes related inquiries and radar chips to keep external stakeholders completely self-sufficient.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25053D-26C1-A7A6-8743-D46C565E4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05840"/>
            <a:ext cx="5303520" cy="32918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457950" y="4767262"/>
            <a:ext cx="205740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Aft>
                <a:spcPts val="600"/>
              </a:spcAft>
            </a:pPr>
            <a:fld id="{A831B688-59B0-2941-88A8-63EB5CF41C82}" type="slidenum"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cs typeface="+mn-cs"/>
              </a:rPr>
              <a:pPr algn="r" defTabSz="9144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200">
              <a:solidFill>
                <a:schemeClr val="tx1">
                  <a:lumMod val="50000"/>
                  <a:lumOff val="50000"/>
                </a:schemeClr>
              </a:solidFill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51435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C813D3D-0E73-5E6A-1633-3170B0A4E264}"/>
              </a:ext>
            </a:extLst>
          </p:cNvPr>
          <p:cNvSpPr txBox="1"/>
          <p:nvPr/>
        </p:nvSpPr>
        <p:spPr>
          <a:xfrm>
            <a:off x="237744" y="1005840"/>
            <a:ext cx="3017520" cy="3200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350" b="1">
                <a:solidFill>
                  <a:srgbClr val="004D71"/>
                </a:solidFill>
                <a:latin typeface="Lato"/>
              </a:rPr>
              <a:t>End-to-End Pipeline Overview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22919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0422-C207-26FE-A76D-456B2B25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9B4BFD-A61C-0140-62E6-91B1B166B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Query Execution Lifecycle: Deterministic &amp; Dual-Engine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Sub-50ms Routing to Verified Insights &amp; Grounded Narratives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66E6F-5ED1-C6B7-A337-1221AFBC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960120"/>
            <a:ext cx="3931920" cy="3383280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>
              <a:lnSpc>
                <a:spcPct val="113999"/>
              </a:lnSpc>
            </a:pPr>
            <a:r>
              <a:rPr sz="1150" b="1">
                <a:solidFill>
                  <a:srgbClr val="004D71"/>
                </a:solidFill>
                <a:latin typeface="Lato"/>
              </a:rPr>
              <a:t>1. Ingestion: </a:t>
            </a:r>
            <a:r>
              <a:rPr sz="1150">
                <a:solidFill>
                  <a:srgbClr val="1E293B"/>
                </a:solidFill>
                <a:latin typeface="Lato"/>
              </a:rPr>
              <a:t>React client captures query with active session context via Ctrl+K.</a:t>
            </a:r>
            <a:endParaRPr lang="en-US" sz="1100">
              <a:ea typeface="Lato"/>
            </a:endParaRPr>
          </a:p>
          <a:p>
            <a:r>
              <a:rPr sz="1150" b="1">
                <a:solidFill>
                  <a:srgbClr val="004D71"/>
                </a:solidFill>
                <a:latin typeface="Lato"/>
              </a:rPr>
              <a:t>2. Deterministic Router: </a:t>
            </a:r>
            <a:r>
              <a:rPr sz="1150">
                <a:solidFill>
                  <a:srgbClr val="1E293B"/>
                </a:solidFill>
                <a:latin typeface="Lato"/>
              </a:rPr>
              <a:t>13-step intent classifier routes to exact market domain in &lt;5ms without LLM latency.</a:t>
            </a:r>
          </a:p>
          <a:p>
            <a:r>
              <a:rPr sz="1150" b="1">
                <a:solidFill>
                  <a:srgbClr val="004D71"/>
                </a:solidFill>
                <a:latin typeface="Lato"/>
              </a:rPr>
              <a:t>3. Dual-Tier Resolution: </a:t>
            </a:r>
            <a:r>
              <a:rPr sz="1150">
                <a:solidFill>
                  <a:srgbClr val="1E293B"/>
                </a:solidFill>
                <a:latin typeface="Lato"/>
              </a:rPr>
              <a:t>5-min live MISO API stream with automatic verified baseline fallback.</a:t>
            </a:r>
          </a:p>
          <a:p>
            <a:r>
              <a:rPr sz="1150" b="1">
                <a:solidFill>
                  <a:srgbClr val="004D71"/>
                </a:solidFill>
                <a:latin typeface="Lato"/>
              </a:rPr>
              <a:t>4. Dual-Call Gemini 3.6 Flash: </a:t>
            </a:r>
            <a:r>
              <a:rPr sz="1150">
                <a:solidFill>
                  <a:srgbClr val="1E293B"/>
                </a:solidFill>
                <a:latin typeface="Lato"/>
              </a:rPr>
              <a:t>Parallel asynchronous calls generate grounded narrative explanation + follow-up drill-down chips.</a:t>
            </a:r>
          </a:p>
          <a:p>
            <a:r>
              <a:rPr sz="1150" b="1">
                <a:solidFill>
                  <a:srgbClr val="004D71"/>
                </a:solidFill>
                <a:latin typeface="Lato"/>
              </a:rPr>
              <a:t>5. Client-Side Rendering: </a:t>
            </a:r>
            <a:r>
              <a:rPr sz="1150">
                <a:solidFill>
                  <a:srgbClr val="1E293B"/>
                </a:solidFill>
                <a:latin typeface="Lato"/>
              </a:rPr>
              <a:t>Instant React rendering of KPI summary cards, Recharts interactive graphs, and auditable MISO citations in 42ms.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213E0-86E0-50EC-F64F-8C7E7C459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5494A-9EBA-224F-AF37-BBC69F65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60120"/>
            <a:ext cx="4389120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86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5641-FA7A-DC83-27AC-474B5248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Security &amp; Governance: The Anti-Hallucination Framework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Five Robust Defense Layers Ensuring 100% Data Provenance &amp; Regulatory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8BD1F-7AE7-34D4-327D-0059C319D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960120"/>
            <a:ext cx="4206240" cy="3383280"/>
          </a:xfrm>
        </p:spPr>
        <p:txBody>
          <a:bodyPr vert="horz" lIns="91440" tIns="45720" rIns="91440" bIns="45720" rtlCol="0">
            <a:normAutofit/>
          </a:bodyPr>
          <a:lstStyle/>
          <a:p>
            <a:pPr marL="226695" indent="-226695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004D71"/>
                </a:solidFill>
                <a:latin typeface="Lato"/>
              </a:rPr>
              <a:t>• Layer 1: CORS Origin Lock — </a:t>
            </a:r>
            <a:r>
              <a:rPr sz="1100">
                <a:solidFill>
                  <a:srgbClr val="1E293B"/>
                </a:solidFill>
                <a:latin typeface="Lato"/>
              </a:rPr>
              <a:t>Enforces strict domain allowlists so only verified web frontends can call backend endpoints.</a:t>
            </a:r>
            <a:endParaRPr lang="en-US" sz="1200">
              <a:ea typeface="Lato"/>
              <a:cs typeface="Lato"/>
            </a:endParaRP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Layer 2: Pydantic Validation — </a:t>
            </a:r>
            <a:r>
              <a:rPr sz="1100">
                <a:solidFill>
                  <a:srgbClr val="1E293B"/>
                </a:solidFill>
                <a:latin typeface="Lato"/>
              </a:rPr>
              <a:t>Automatically validates query schemas, rejecting malformed or oversized requests before execution.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Layer 3: Domain Scope Guard — </a:t>
            </a:r>
            <a:r>
              <a:rPr sz="1100">
                <a:solidFill>
                  <a:srgbClr val="1E293B"/>
                </a:solidFill>
                <a:latin typeface="Lato"/>
              </a:rPr>
              <a:t>Pre-filters off-topic inquiries before calling AI, conserving compute and preventing misuse.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Layer 4: Resilient Safe Fallback — </a:t>
            </a:r>
            <a:r>
              <a:rPr sz="1100">
                <a:solidFill>
                  <a:srgbClr val="1E293B"/>
                </a:solidFill>
                <a:latin typeface="Lato"/>
              </a:rPr>
              <a:t>60s TTL cache with automatic fallback to verified static data guarantees 99.9% uptime.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Layer 5: AI Fact-Check Firewall — </a:t>
            </a:r>
            <a:r>
              <a:rPr sz="1100">
                <a:solidFill>
                  <a:srgbClr val="1E293B"/>
                </a:solidFill>
                <a:latin typeface="Lato"/>
              </a:rPr>
              <a:t>Automated validator inspects all AI output against verified market bounds ($0 to $1,000/MWh); unverified figures are discarded for safe templates.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407A4-D48B-3916-49C4-FDB0A574A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23EE8FC4-B084-88E9-5ABB-061EAD66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60120"/>
            <a:ext cx="411480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41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8692F-511C-C47B-8F58-2C19C664D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1B688-59B0-2941-88A8-63EB5CF41C82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59BE7-E5C7-4964-40F4-35E1CE9F4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50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389120" y="1005840"/>
            <a:ext cx="4206240" cy="3291840"/>
          </a:xfrm>
        </p:spPr>
        <p:txBody>
          <a:bodyPr vert="horz" lIns="91440" tIns="45720" rIns="91440" bIns="45720" rtlCol="0">
            <a:noAutofit/>
          </a:bodyPr>
          <a:lstStyle/>
          <a:p>
            <a:pPr marL="226695" indent="-226695">
              <a:lnSpc>
                <a:spcPct val="113999"/>
              </a:lnSpc>
            </a:pPr>
            <a:r>
              <a:rPr sz="1100" b="1">
                <a:solidFill>
                  <a:srgbClr val="004D71"/>
                </a:solidFill>
                <a:latin typeface="Lato"/>
              </a:rPr>
              <a:t>• 1-Click Executive PDF Studio (ReportLab): </a:t>
            </a:r>
            <a:r>
              <a:rPr sz="1100">
                <a:solidFill>
                  <a:srgbClr val="1E293B"/>
                </a:solidFill>
                <a:latin typeface="Lato"/>
              </a:rPr>
              <a:t>Generates official 1-page briefing fact sheets in &lt;3 seconds—zero support tickets filed.</a:t>
            </a:r>
            <a:endParaRPr lang="en-US" sz="2000">
              <a:ea typeface="+mn-lt"/>
            </a:endParaRP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Universal Jargon HUD (Ctrl+J): </a:t>
            </a:r>
            <a:r>
              <a:rPr sz="1100">
                <a:solidFill>
                  <a:srgbClr val="1E293B"/>
                </a:solidFill>
                <a:latin typeface="Lato"/>
              </a:rPr>
              <a:t>Plain-language acronym definitions deflect 2,944 inquiries annually ($883K saved).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Legacy-to-API Crosswalk: </a:t>
            </a:r>
            <a:r>
              <a:rPr sz="1100">
                <a:solidFill>
                  <a:srgbClr val="1E293B"/>
                </a:solidFill>
                <a:latin typeface="Lato"/>
              </a:rPr>
              <a:t>Automated data mapping deflects 1,872 developer CSV migration inquiries ($561K saved).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Side-by-Side Comparison Engine: </a:t>
            </a:r>
            <a:r>
              <a:rPr sz="1100">
                <a:solidFill>
                  <a:srgbClr val="1E293B"/>
                </a:solidFill>
                <a:latin typeface="Lato"/>
              </a:rPr>
              <a:t>Self-service comparative tools deflect 1,350 custom data requests ($405K saved).</a:t>
            </a:r>
          </a:p>
          <a:p>
            <a:r>
              <a:rPr sz="1100" b="1">
                <a:solidFill>
                  <a:srgbClr val="004D71"/>
                </a:solidFill>
                <a:latin typeface="Lato"/>
              </a:rPr>
              <a:t>• 100% Grounded Provenance: </a:t>
            </a:r>
            <a:r>
              <a:rPr sz="1100">
                <a:solidFill>
                  <a:srgbClr val="1E293B"/>
                </a:solidFill>
                <a:latin typeface="Lato"/>
              </a:rPr>
              <a:t>Strict numerical bounding maintains complete regulatory and stakeholder trust.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239950" y="4767263"/>
            <a:ext cx="2366725" cy="273844"/>
          </a:xfrm>
        </p:spPr>
        <p:txBody>
          <a:bodyPr/>
          <a:lstStyle/>
          <a:p>
            <a:fld id="{A831B688-59B0-2941-88A8-63EB5CF41C8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37744" y="164592"/>
            <a:ext cx="8595360" cy="731520"/>
          </a:xfrm>
        </p:spPr>
        <p:txBody>
          <a:bodyPr/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Business Impact: 80% CSR Ticket Deflection &amp; Financial ROI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Addressing MISO's Core Goal Through Measurable Operational Savings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05840"/>
            <a:ext cx="393192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82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004D71"/>
                </a:solidFill>
                <a:latin typeface="Lato"/>
              </a:rPr>
              <a:t>Quantifiable CSR Support Impact</a:t>
            </a:r>
          </a:p>
          <a:p>
            <a:r>
              <a:rPr sz="1300" b="1">
                <a:solidFill>
                  <a:srgbClr val="80BC00"/>
                </a:solidFill>
                <a:latin typeface="Lato"/>
              </a:rPr>
              <a:t>• $3.01 Million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    Net Annual Operational Cost Savings for MISO</a:t>
            </a:r>
          </a:p>
          <a:p>
            <a:r>
              <a:rPr sz="1300" b="1">
                <a:solidFill>
                  <a:srgbClr val="80BC00"/>
                </a:solidFill>
                <a:latin typeface="Lato"/>
              </a:rPr>
              <a:t>• 80.4% (10,050 / yr)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    Routine Inquiries Deflected (from 12,500 baseline)</a:t>
            </a:r>
          </a:p>
          <a:p>
            <a:r>
              <a:rPr sz="1300" b="1">
                <a:solidFill>
                  <a:srgbClr val="80BC00"/>
                </a:solidFill>
                <a:latin typeface="Lato"/>
              </a:rPr>
              <a:t>• 40,212 Hours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    Staff-Hours Reallocated to Grid Reliability</a:t>
            </a:r>
          </a:p>
          <a:p>
            <a:r>
              <a:rPr sz="1300" b="1">
                <a:solidFill>
                  <a:srgbClr val="80BC00"/>
                </a:solidFill>
                <a:latin typeface="Lato"/>
              </a:rPr>
              <a:t>• 3,878% / 11 Days</a:t>
            </a:r>
          </a:p>
          <a:p>
            <a:r>
              <a:rPr sz="1000">
                <a:solidFill>
                  <a:srgbClr val="1E293B"/>
                </a:solidFill>
                <a:latin typeface="Lato"/>
              </a:rPr>
              <a:t>    3-Year Projected ROI with an 11-Day Payback Period</a:t>
            </a:r>
          </a:p>
        </p:txBody>
      </p:sp>
    </p:spTree>
    <p:extLst>
      <p:ext uri="{BB962C8B-B14F-4D97-AF65-F5344CB8AC3E}">
        <p14:creationId xmlns:p14="http://schemas.microsoft.com/office/powerpoint/2010/main" val="3340319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65760" y="228600"/>
            <a:ext cx="8412480" cy="822960"/>
          </a:xfrm>
        </p:spPr>
        <p:txBody>
          <a:bodyPr/>
          <a:lstStyle/>
          <a:p>
            <a:r>
              <a:rPr sz="2600" b="1">
                <a:solidFill>
                  <a:srgbClr val="004D71"/>
                </a:solidFill>
                <a:latin typeface="Lato"/>
              </a:rPr>
              <a:t>Conclusion &amp; Live Demonstration</a:t>
            </a:r>
          </a:p>
          <a:p>
            <a:r>
              <a:rPr sz="1300" i="1">
                <a:solidFill>
                  <a:srgbClr val="0082CA"/>
                </a:solidFill>
                <a:latin typeface="Lato"/>
              </a:rPr>
              <a:t>Transforming Public Energy Intelligence for Wholesale Power Markets</a:t>
            </a:r>
          </a:p>
        </p:txBody>
      </p:sp>
      <p:pic>
        <p:nvPicPr>
          <p:cNvPr id="2" name="Graphic 1" descr="QR preview">
            <a:extLst>
              <a:ext uri="{FF2B5EF4-FFF2-40B4-BE49-F238E27FC236}">
                <a16:creationId xmlns:a16="http://schemas.microsoft.com/office/drawing/2014/main" id="{8C8C5C3A-FA9F-4DC3-2135-A5ECBF727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0" y="1234440"/>
            <a:ext cx="2468880" cy="24688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69520-F584-7005-65CC-28D9F862ACD7}"/>
              </a:ext>
            </a:extLst>
          </p:cNvPr>
          <p:cNvSpPr txBox="1"/>
          <p:nvPr/>
        </p:nvSpPr>
        <p:spPr>
          <a:xfrm>
            <a:off x="5029200" y="3840480"/>
            <a:ext cx="3017520" cy="548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sz="1200" b="1">
                <a:solidFill>
                  <a:srgbClr val="004D71"/>
                </a:solidFill>
                <a:latin typeface="Lato"/>
              </a:rPr>
              <a:t>Scan to Explore OmniSearch Live</a:t>
            </a:r>
            <a:endParaRPr lang="en-US"/>
          </a:p>
          <a:p>
            <a:pPr algn="ctr"/>
            <a:r>
              <a:rPr sz="1050">
                <a:solidFill>
                  <a:srgbClr val="0082CA"/>
                </a:solidFill>
                <a:latin typeface="Lato"/>
              </a:rPr>
              <a:t>miso-omnisearch.basildawes.com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448056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50" b="1">
                <a:solidFill>
                  <a:srgbClr val="004D71"/>
                </a:solidFill>
                <a:latin typeface="Lato"/>
              </a:rPr>
              <a:t>Production Deliverables &amp; Access</a:t>
            </a:r>
          </a:p>
          <a:p>
            <a:r>
              <a:rPr sz="1050" b="1">
                <a:solidFill>
                  <a:srgbClr val="004D71"/>
                </a:solidFill>
                <a:latin typeface="Lato"/>
              </a:rPr>
              <a:t>Live Web Application:</a:t>
            </a:r>
          </a:p>
          <a:p>
            <a:r>
              <a:rPr sz="1050">
                <a:solidFill>
                  <a:srgbClr val="0082CA"/>
                </a:solidFill>
                <a:latin typeface="Lato"/>
              </a:rPr>
              <a:t>    https://miso-omnisearch.basildawes.com</a:t>
            </a:r>
          </a:p>
          <a:p>
            <a:r>
              <a:rPr sz="1050" b="1">
                <a:solidFill>
                  <a:srgbClr val="004D71"/>
                </a:solidFill>
                <a:latin typeface="Lato"/>
              </a:rPr>
              <a:t>Interactive OpenAPI Documentation:</a:t>
            </a:r>
          </a:p>
          <a:p>
            <a:r>
              <a:rPr sz="1050">
                <a:solidFill>
                  <a:srgbClr val="0082CA"/>
                </a:solidFill>
                <a:latin typeface="Lato"/>
              </a:rPr>
              <a:t>    https://miso-omnisearch.basildawes.com/docs</a:t>
            </a:r>
          </a:p>
          <a:p>
            <a:r>
              <a:rPr sz="1050" b="1">
                <a:solidFill>
                  <a:srgbClr val="004D71"/>
                </a:solidFill>
                <a:latin typeface="Lato"/>
              </a:rPr>
              <a:t>Source Code Repository:</a:t>
            </a:r>
          </a:p>
          <a:p>
            <a:r>
              <a:rPr sz="1050">
                <a:solidFill>
                  <a:srgbClr val="0082CA"/>
                </a:solidFill>
                <a:latin typeface="Lato"/>
              </a:rPr>
              <a:t>    github.com/faris-m/Xtern2026-MISO</a:t>
            </a:r>
          </a:p>
          <a:p>
            <a:r>
              <a:rPr sz="1050" b="1">
                <a:solidFill>
                  <a:srgbClr val="004D71"/>
                </a:solidFill>
                <a:latin typeface="Lato"/>
              </a:rPr>
              <a:t>Challenge Deliverable:</a:t>
            </a:r>
          </a:p>
          <a:p>
            <a:r>
              <a:rPr sz="1050">
                <a:solidFill>
                  <a:srgbClr val="1E293B"/>
                </a:solidFill>
                <a:latin typeface="Lato"/>
              </a:rPr>
              <a:t>    Xtern Fall 2026 Challenge Submission</a:t>
            </a:r>
          </a:p>
          <a:p>
            <a:r>
              <a:rPr sz="1050" b="1">
                <a:solidFill>
                  <a:srgbClr val="004D71"/>
                </a:solidFill>
                <a:latin typeface="Lato"/>
              </a:rPr>
              <a:t>Partner Organization:</a:t>
            </a:r>
          </a:p>
          <a:p>
            <a:r>
              <a:rPr sz="1050">
                <a:solidFill>
                  <a:srgbClr val="1E293B"/>
                </a:solidFill>
                <a:latin typeface="Lato"/>
              </a:rPr>
              <a:t>    Midcontinent Independent System Operator</a:t>
            </a:r>
          </a:p>
        </p:txBody>
      </p:sp>
    </p:spTree>
    <p:extLst>
      <p:ext uri="{BB962C8B-B14F-4D97-AF65-F5344CB8AC3E}">
        <p14:creationId xmlns:p14="http://schemas.microsoft.com/office/powerpoint/2010/main" val="2407755856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37744" y="164592"/>
            <a:ext cx="8595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4D71"/>
                </a:solidFill>
                <a:latin typeface="Lato"/>
              </a:rPr>
              <a:t>A Stakeholder's Journey: The 48-Hour Ordeal vs. The 30-Second Reality</a:t>
            </a:r>
          </a:p>
          <a:p>
            <a:r>
              <a:rPr sz="1150" i="1">
                <a:solidFill>
                  <a:srgbClr val="0082CA"/>
                </a:solidFill>
                <a:latin typeface="Lato"/>
              </a:rPr>
              <a:t>Case Study: How Sarah (Municipal Co-op Analyst) Resolves a Board Crisis With and Without OmniSearch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" y="1005840"/>
            <a:ext cx="406908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22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350" b="1">
                <a:solidFill>
                  <a:srgbClr val="B2292E"/>
                </a:solidFill>
                <a:latin typeface="Lato"/>
              </a:rPr>
              <a:t>Before OmniSearch: The 48-Hour Manual Ordeal</a:t>
            </a:r>
          </a:p>
          <a:p>
            <a:r>
              <a:rPr sz="1000" i="1">
                <a:solidFill>
                  <a:srgbClr val="64748B"/>
                </a:solidFill>
                <a:latin typeface="Lato"/>
              </a:rPr>
              <a:t>Goal: Explain an unexpected wholesale power price spike before tomorrow's board review</a:t>
            </a:r>
          </a:p>
          <a:p>
            <a:r>
              <a:rPr sz="1000" b="1">
                <a:solidFill>
                  <a:srgbClr val="B2292E"/>
                </a:solidFill>
                <a:latin typeface="Lato"/>
              </a:rPr>
              <a:t>• 1. Broken Bookmarks: </a:t>
            </a:r>
            <a:r>
              <a:rPr sz="1000">
                <a:solidFill>
                  <a:srgbClr val="1E293B"/>
                </a:solidFill>
                <a:latin typeface="Lato"/>
              </a:rPr>
              <a:t>Sarah visits misoenergy.org, but her saved link for rt_lmp_final.csv is broken due to MISO's CSV retirement.</a:t>
            </a:r>
          </a:p>
          <a:p>
            <a:r>
              <a:rPr sz="1000" b="1">
                <a:solidFill>
                  <a:srgbClr val="B2292E"/>
                </a:solidFill>
                <a:latin typeface="Lato"/>
              </a:rPr>
              <a:t>• 2. The Acronym Barrier: </a:t>
            </a:r>
            <a:r>
              <a:rPr sz="1000">
                <a:solidFill>
                  <a:srgbClr val="1E293B"/>
                </a:solidFill>
                <a:latin typeface="Lato"/>
              </a:rPr>
              <a:t>Trapped in thousands of nested PDFs and dense jargon (LMP, CONE, PRA, MTEP) with no plain-language explanations.</a:t>
            </a:r>
          </a:p>
          <a:p>
            <a:r>
              <a:rPr sz="1000" b="1">
                <a:solidFill>
                  <a:srgbClr val="B2292E"/>
                </a:solidFill>
                <a:latin typeface="Lato"/>
              </a:rPr>
              <a:t>• 3. Manual Escalation: </a:t>
            </a:r>
            <a:r>
              <a:rPr sz="1000">
                <a:solidFill>
                  <a:srgbClr val="1E293B"/>
                </a:solidFill>
                <a:latin typeface="Lato"/>
              </a:rPr>
              <a:t>Unable to find answers, Sarah submits an urgent email ticket to MISO CSR and External Affairs.</a:t>
            </a:r>
          </a:p>
          <a:p>
            <a:r>
              <a:rPr sz="1000" b="1">
                <a:solidFill>
                  <a:srgbClr val="B2292E"/>
                </a:solidFill>
                <a:latin typeface="Lato"/>
              </a:rPr>
              <a:t>• 4. 48-Hour Delay: </a:t>
            </a:r>
            <a:r>
              <a:rPr sz="1000">
                <a:solidFill>
                  <a:srgbClr val="1E293B"/>
                </a:solidFill>
                <a:latin typeface="Lato"/>
              </a:rPr>
              <a:t>MISO staff spend 4 hours pulling data; reply arrives 2 days late. Sarah's board meeting is delayed.</a:t>
            </a:r>
          </a:p>
          <a:p>
            <a:r>
              <a:rPr sz="950" i="1">
                <a:solidFill>
                  <a:srgbClr val="B2292E"/>
                </a:solidFill>
                <a:latin typeface="Lato"/>
              </a:rPr>
              <a:t>The Result: High frustration, $300 manual cost to MISO, and delayed commercial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005840"/>
            <a:ext cx="406908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0B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/>
            <a:r>
              <a:rPr sz="1350" b="1">
                <a:solidFill>
                  <a:srgbClr val="80BC00"/>
                </a:solidFill>
                <a:latin typeface="Lato"/>
              </a:rPr>
              <a:t>With MISO OmniSearch: The 30-Second Reality</a:t>
            </a:r>
          </a:p>
          <a:p>
            <a:r>
              <a:rPr sz="1000" i="1">
                <a:solidFill>
                  <a:srgbClr val="64748B"/>
                </a:solidFill>
                <a:latin typeface="Lato"/>
              </a:rPr>
              <a:t>Goal: Solved instantly via an intelligent discovery layer built directly on top of the website</a:t>
            </a:r>
          </a:p>
          <a:p>
            <a:r>
              <a:rPr sz="1000" b="1">
                <a:solidFill>
                  <a:srgbClr val="80BC00"/>
                </a:solidFill>
                <a:latin typeface="Lato"/>
              </a:rPr>
              <a:t>• 1. Proactive Context: </a:t>
            </a:r>
            <a:r>
              <a:rPr sz="1000">
                <a:solidFill>
                  <a:srgbClr val="1E293B"/>
                </a:solidFill>
                <a:latin typeface="Lato"/>
              </a:rPr>
              <a:t>Session Radar senses Sarah arrived on /markets and pre-loads Indiana Hub metrics before her first keystroke.</a:t>
            </a:r>
          </a:p>
          <a:p>
            <a:r>
              <a:rPr sz="1000" b="1">
                <a:solidFill>
                  <a:srgbClr val="80BC00"/>
                </a:solidFill>
                <a:latin typeface="Lato"/>
              </a:rPr>
              <a:t>• 2. Natural Search: </a:t>
            </a:r>
            <a:r>
              <a:rPr sz="1000">
                <a:solidFill>
                  <a:srgbClr val="1E293B"/>
                </a:solidFill>
                <a:latin typeface="Lato"/>
              </a:rPr>
              <a:t>Sarah types in plain English: "Why did Indiana LMP spike yesterday compared to Michigan?"</a:t>
            </a:r>
          </a:p>
          <a:p>
            <a:r>
              <a:rPr sz="1000" b="1">
                <a:solidFill>
                  <a:srgbClr val="80BC00"/>
                </a:solidFill>
                <a:latin typeface="Lato"/>
              </a:rPr>
              <a:t>• 3. Instant Decomposed Curves: </a:t>
            </a:r>
            <a:r>
              <a:rPr sz="1000">
                <a:solidFill>
                  <a:srgbClr val="1E293B"/>
                </a:solidFill>
                <a:latin typeface="Lato"/>
              </a:rPr>
              <a:t>In 42ms, OmniSearch adapts to Co-op persona, reveals congestion divergence, and decodes acronyms via Jargon HUD (Ctrl+J).</a:t>
            </a:r>
          </a:p>
          <a:p>
            <a:r>
              <a:rPr sz="1000" b="1">
                <a:solidFill>
                  <a:srgbClr val="80BC00"/>
                </a:solidFill>
                <a:latin typeface="Lato"/>
              </a:rPr>
              <a:t>• 4. 1-Click Executive PDF: </a:t>
            </a:r>
            <a:r>
              <a:rPr sz="1000">
                <a:solidFill>
                  <a:srgbClr val="1E293B"/>
                </a:solidFill>
                <a:latin typeface="Lato"/>
              </a:rPr>
              <a:t>Sarah downloads an official 1-page briefing fact sheet in 2 seconds for her board—zero support tickets created.</a:t>
            </a:r>
          </a:p>
          <a:p>
            <a:r>
              <a:rPr sz="950" i="1">
                <a:solidFill>
                  <a:srgbClr val="80BC00"/>
                </a:solidFill>
                <a:latin typeface="Lato"/>
              </a:rPr>
              <a:t>The Result: 30-second resolution, zero emails sent to MISO staff, 100% verified MISO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MISO">
      <a:dk1>
        <a:sysClr val="windowText" lastClr="000000"/>
      </a:dk1>
      <a:lt1>
        <a:sysClr val="window" lastClr="FFFFFF"/>
      </a:lt1>
      <a:dk2>
        <a:srgbClr val="004D71"/>
      </a:dk2>
      <a:lt2>
        <a:srgbClr val="E7E6E6"/>
      </a:lt2>
      <a:accent1>
        <a:srgbClr val="0082CA"/>
      </a:accent1>
      <a:accent2>
        <a:srgbClr val="80BC00"/>
      </a:accent2>
      <a:accent3>
        <a:srgbClr val="B2292E"/>
      </a:accent3>
      <a:accent4>
        <a:srgbClr val="FF9E18"/>
      </a:accent4>
      <a:accent5>
        <a:srgbClr val="91B6BB"/>
      </a:accent5>
      <a:accent6>
        <a:srgbClr val="A7A8A9"/>
      </a:accent6>
      <a:hlink>
        <a:srgbClr val="54C0E8"/>
      </a:hlink>
      <a:folHlink>
        <a:srgbClr val="4B858E"/>
      </a:folHlink>
    </a:clrScheme>
    <a:fontScheme name="MISO">
      <a:majorFont>
        <a:latin typeface="Lato 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F2C000960E1848A3A0B8866A5714FD" ma:contentTypeVersion="23" ma:contentTypeDescription="Create a new document." ma:contentTypeScope="" ma:versionID="ff67045085445d7469834d58e074bedf">
  <xsd:schema xmlns:xsd="http://www.w3.org/2001/XMLSchema" xmlns:xs="http://www.w3.org/2001/XMLSchema" xmlns:p="http://schemas.microsoft.com/office/2006/metadata/properties" xmlns:ns2="f15c9aa3-8a2d-44ad-8c47-c2eb6d593e53" xmlns:ns3="6a5f1da7-d41d-4d4c-80ff-8232b14a8022" targetNamespace="http://schemas.microsoft.com/office/2006/metadata/properties" ma:root="true" ma:fieldsID="290b1fa62d17a977443264c87990cc18" ns2:_="" ns3:_="">
    <xsd:import namespace="f15c9aa3-8a2d-44ad-8c47-c2eb6d593e53"/>
    <xsd:import namespace="6a5f1da7-d41d-4d4c-80ff-8232b14a802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5c9aa3-8a2d-44ad-8c47-c2eb6d593e53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format="Dropdown" ma:internalName="Category">
      <xsd:simpleType>
        <xsd:restriction base="dms:Choice">
          <xsd:enumeration value="Branding Center"/>
          <xsd:enumeration value="Maps and Logos"/>
          <xsd:enumeration value="Office Documents"/>
          <xsd:enumeration value="Stakeholder Templates"/>
          <xsd:enumeration value="Style Guide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23043ad-123c-423e-99c1-bcd2b02d7f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5f1da7-d41d-4d4c-80ff-8232b14a802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23c70ab-dffc-4f70-ac25-19d261655e5f}" ma:internalName="TaxCatchAll" ma:showField="CatchAllData" ma:web="6a5f1da7-d41d-4d4c-80ff-8232b14a802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f15c9aa3-8a2d-44ad-8c47-c2eb6d593e53">Office Documents</Category>
    <lcf76f155ced4ddcb4097134ff3c332f xmlns="f15c9aa3-8a2d-44ad-8c47-c2eb6d593e53">
      <Terms xmlns="http://schemas.microsoft.com/office/infopath/2007/PartnerControls"/>
    </lcf76f155ced4ddcb4097134ff3c332f>
    <TaxCatchAll xmlns="6a5f1da7-d41d-4d4c-80ff-8232b14a802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B0040E-D4E9-47B9-89CF-F3BB4C1ED488}">
  <ds:schemaRefs>
    <ds:schemaRef ds:uri="6a5f1da7-d41d-4d4c-80ff-8232b14a8022"/>
    <ds:schemaRef ds:uri="f15c9aa3-8a2d-44ad-8c47-c2eb6d593e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D7A00F-5695-4E94-9555-450677143CD6}">
  <ds:schemaRefs>
    <ds:schemaRef ds:uri="6a5f1da7-d41d-4d4c-80ff-8232b14a8022"/>
    <ds:schemaRef ds:uri="f15c9aa3-8a2d-44ad-8c47-c2eb6d593e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48322EC-3B89-4AC1-866C-1130376F7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Application>Microsoft Office PowerPoint</Application>
  <PresentationFormat>On-screen Show (16:9)</PresentationFormat>
  <Slides>12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Theme</vt:lpstr>
      <vt:lpstr>MISO OmniSearch</vt:lpstr>
      <vt:lpstr>The PROBLEM</vt:lpstr>
      <vt:lpstr>OmniSearch– An Intelligent AI Engine</vt:lpstr>
      <vt:lpstr>Feature 1 – Session Aware Radar</vt:lpstr>
      <vt:lpstr>Feature 2 - 360° Knowledge Canvas &amp; Persona Tailoring</vt:lpstr>
      <vt:lpstr>Feature 3 - Side-by-Side Comparison Engine</vt:lpstr>
      <vt:lpstr>OmniSearch Data Flow</vt:lpstr>
      <vt:lpstr>Security</vt:lpstr>
      <vt:lpstr>  Security </vt:lpstr>
      <vt:lpstr>PowerPoint Presentation</vt:lpstr>
      <vt:lpstr>Executive 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Lakisha Johnson</dc:creator>
  <cp:revision>1</cp:revision>
  <dcterms:created xsi:type="dcterms:W3CDTF">2016-06-03T17:12:18Z</dcterms:created>
  <dcterms:modified xsi:type="dcterms:W3CDTF">2026-09-10T18:41:35Z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0x010100E5F2C000960E1848A3A0B8866A5714FD</vt:lpwstr>
  </property>
  <property fmtid="{D5CDD505-2E9C-101B-9397-08002B2CF9AE}" pid="3" name="MediaServiceImageTags">
    <vt:lpwstr/>
  </property>
</Properties>
</file>