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60" r:id="rId4"/>
  </p:sldMasterIdLst>
  <p:notesMasterIdLst>
    <p:notesMasterId r:id="rId17"/>
  </p:notesMasterIdLst>
  <p:handoutMasterIdLst>
    <p:handoutMasterId r:id="rId18"/>
  </p:handoutMasterIdLst>
  <p:sldIdLst>
    <p:sldId id="283" r:id="rId5"/>
    <p:sldId id="290" r:id="rId6"/>
    <p:sldId id="286" r:id="rId7"/>
    <p:sldId id="284" r:id="rId8"/>
    <p:sldId id="292" r:id="rId9"/>
    <p:sldId id="293" r:id="rId10"/>
    <p:sldId id="287" r:id="rId11"/>
    <p:sldId id="294" r:id="rId12"/>
    <p:sldId id="301" r:id="rId13"/>
    <p:sldId id="296" r:id="rId14"/>
    <p:sldId id="291" r:id="rId15"/>
    <p:sldId id="285" r:id="rId16"/>
  </p:sldIdLst>
  <p:sldSz cx="9144000" cy="5143500" type="screen16x9"/>
  <p:notesSz cx="6858000" cy="9144000"/>
  <p:embeddedFontLst>
    <p:embeddedFont>
      <p:font typeface="Lato" panose="020B0604020202020204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07">
          <p15:clr>
            <a:srgbClr val="A4A3A4"/>
          </p15:clr>
        </p15:guide>
        <p15:guide id="2" orient="horz">
          <p15:clr>
            <a:srgbClr val="A4A3A4"/>
          </p15:clr>
        </p15:guide>
        <p15:guide id="3" pos="5469">
          <p15:clr>
            <a:srgbClr val="A4A3A4"/>
          </p15:clr>
        </p15:guide>
        <p15:guide id="4" pos="29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E9FF"/>
    <a:srgbClr val="57BFE3"/>
    <a:srgbClr val="0082CA"/>
    <a:srgbClr val="F5C400"/>
    <a:srgbClr val="82BC00"/>
    <a:srgbClr val="DDF2F9"/>
    <a:srgbClr val="FA8D00"/>
    <a:srgbClr val="802500"/>
    <a:srgbClr val="5C66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724" dt="2026-09-10T18:40:06.245"/>
    <p1510:client id="{1B1D20EF-6041-C760-1383-E6A78C56FE1E}" v="99" dt="2026-09-10T14:48:27.450"/>
    <p1510:client id="{22151C2E-BD59-45B7-F6D7-276F4C5BBCEB}" v="263" dt="2026-09-10T18:41:01.050"/>
    <p1510:client id="{416FCB6D-DCCF-53D1-8DBB-E3A489918866}" v="93" dt="2026-09-10T15:36:35.521"/>
    <p1510:client id="{513C6967-A664-7A5A-DB5A-DEB9CDE99C0D}" v="46" dt="2026-09-10T17:32:28.309"/>
    <p1510:client id="{64D31B9F-641B-A1D6-1F61-7174FB742F35}" v="2" dt="2026-09-10T18:34:23.995"/>
    <p1510:client id="{E66AE698-391B-1722-A997-FC8886420F03}" v="65" dt="2026-09-10T15:16:01.072"/>
    <p1510:client id="{F0FF6930-644C-416C-3562-6DE149283C2B}" v="71" dt="2026-09-10T17:31:26.6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907"/>
        <p:guide orient="horz"/>
        <p:guide pos="5469"/>
        <p:guide pos="298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font" Target="fonts/font3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2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font" Target="fonts/font1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4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1B1D20EF-6041-C760-1383-E6A78C56FE1E}"/>
    <pc:docChg chg="modSld">
      <pc:chgData name="" userId="" providerId="" clId="Web-{1B1D20EF-6041-C760-1383-E6A78C56FE1E}" dt="2026-09-10T12:55:23.067" v="0" actId="20577"/>
      <pc:docMkLst>
        <pc:docMk/>
      </pc:docMkLst>
      <pc:sldChg chg="modSp">
        <pc:chgData name="" userId="" providerId="" clId="Web-{1B1D20EF-6041-C760-1383-E6A78C56FE1E}" dt="2026-09-10T12:55:23.067" v="0" actId="20577"/>
        <pc:sldMkLst>
          <pc:docMk/>
          <pc:sldMk cId="2569248794" sldId="283"/>
        </pc:sldMkLst>
        <pc:spChg chg="mod">
          <ac:chgData name="" userId="" providerId="" clId="Web-{1B1D20EF-6041-C760-1383-E6A78C56FE1E}" dt="2026-09-10T12:55:23.067" v="0" actId="20577"/>
          <ac:spMkLst>
            <pc:docMk/>
            <pc:sldMk cId="2569248794" sldId="283"/>
            <ac:spMk id="2" creationId="{00000000-0000-0000-0000-000000000000}"/>
          </ac:spMkLst>
        </pc:spChg>
      </pc:sldChg>
    </pc:docChg>
  </pc:docChgLst>
  <pc:docChgLst>
    <pc:chgData clId="Web-{00000000-0000-0000-0000-000000000000}"/>
    <pc:docChg chg="modSld">
      <pc:chgData name="" userId="" providerId="" clId="Web-{00000000-0000-0000-0000-000000000000}" dt="2026-09-10T15:16:33.033" v="2" actId="20577"/>
      <pc:docMkLst>
        <pc:docMk/>
      </pc:docMkLst>
      <pc:sldChg chg="addSp modSp">
        <pc:chgData name="" userId="" providerId="" clId="Web-{00000000-0000-0000-0000-000000000000}" dt="2026-09-10T15:16:33.033" v="2" actId="20577"/>
        <pc:sldMkLst>
          <pc:docMk/>
          <pc:sldMk cId="3229194105" sldId="287"/>
        </pc:sldMkLst>
        <pc:spChg chg="add mod">
          <ac:chgData name="" userId="" providerId="" clId="Web-{00000000-0000-0000-0000-000000000000}" dt="2026-09-10T15:16:33.033" v="2" actId="20577"/>
          <ac:spMkLst>
            <pc:docMk/>
            <pc:sldMk cId="3229194105" sldId="287"/>
            <ac:spMk id="3" creationId="{E7E2C7D9-2C67-FD1F-D661-EE68FBB80C91}"/>
          </ac:spMkLst>
        </pc:spChg>
      </pc:sldChg>
    </pc:docChg>
  </pc:docChgLst>
  <pc:docChgLst>
    <pc:chgData name="Guest User" providerId="Windows Live" clId="Web-{64D31B9F-641B-A1D6-1F61-7174FB742F35}"/>
    <pc:docChg chg="modSld">
      <pc:chgData name="Guest User" userId="" providerId="Windows Live" clId="Web-{64D31B9F-641B-A1D6-1F61-7174FB742F35}" dt="2026-09-10T18:34:23.995" v="0" actId="20577"/>
      <pc:docMkLst>
        <pc:docMk/>
      </pc:docMkLst>
      <pc:sldChg chg="modSp">
        <pc:chgData name="Guest User" userId="" providerId="Windows Live" clId="Web-{64D31B9F-641B-A1D6-1F61-7174FB742F35}" dt="2026-09-10T18:34:23.995" v="0" actId="20577"/>
        <pc:sldMkLst>
          <pc:docMk/>
          <pc:sldMk cId="3229194105" sldId="287"/>
        </pc:sldMkLst>
        <pc:spChg chg="mod">
          <ac:chgData name="Guest User" userId="" providerId="Windows Live" clId="Web-{64D31B9F-641B-A1D6-1F61-7174FB742F35}" dt="2026-09-10T18:34:23.995" v="0" actId="20577"/>
          <ac:spMkLst>
            <pc:docMk/>
            <pc:sldMk cId="3229194105" sldId="287"/>
            <ac:spMk id="6" creationId="{DC813D3D-0E73-5E6A-1633-3170B0A4E264}"/>
          </ac:spMkLst>
        </pc:spChg>
      </pc:sldChg>
    </pc:docChg>
  </pc:docChgLst>
  <pc:docChgLst>
    <pc:chgData name="Guest User" providerId="Windows Live" clId="Web-{E66AE698-391B-1722-A997-FC8886420F03}"/>
    <pc:docChg chg="modSld">
      <pc:chgData name="Guest User" userId="" providerId="Windows Live" clId="Web-{E66AE698-391B-1722-A997-FC8886420F03}" dt="2026-09-10T15:16:01.072" v="60"/>
      <pc:docMkLst>
        <pc:docMk/>
      </pc:docMkLst>
      <pc:sldChg chg="addSp delSp modSp">
        <pc:chgData name="Guest User" userId="" providerId="Windows Live" clId="Web-{E66AE698-391B-1722-A997-FC8886420F03}" dt="2026-09-10T15:16:01.072" v="60"/>
        <pc:sldMkLst>
          <pc:docMk/>
          <pc:sldMk cId="3229194105" sldId="287"/>
        </pc:sldMkLst>
        <pc:spChg chg="add del">
          <ac:chgData name="Guest User" userId="" providerId="Windows Live" clId="Web-{E66AE698-391B-1722-A997-FC8886420F03}" dt="2026-09-10T15:15:22.197" v="54"/>
          <ac:spMkLst>
            <pc:docMk/>
            <pc:sldMk cId="3229194105" sldId="287"/>
            <ac:spMk id="2" creationId="{7E3A6E28-63E8-06E7-B9BC-60474F2A1758}"/>
          </ac:spMkLst>
        </pc:spChg>
        <pc:spChg chg="add del mod">
          <ac:chgData name="Guest User" userId="" providerId="Windows Live" clId="Web-{E66AE698-391B-1722-A997-FC8886420F03}" dt="2026-09-10T15:11:57.195" v="52"/>
          <ac:spMkLst>
            <pc:docMk/>
            <pc:sldMk cId="3229194105" sldId="287"/>
            <ac:spMk id="3" creationId="{A90F4C1D-B7B4-9B53-112E-966A838739AD}"/>
          </ac:spMkLst>
        </pc:spChg>
        <pc:spChg chg="mod">
          <ac:chgData name="Guest User" userId="" providerId="Windows Live" clId="Web-{E66AE698-391B-1722-A997-FC8886420F03}" dt="2026-09-10T15:11:39.148" v="50" actId="20577"/>
          <ac:spMkLst>
            <pc:docMk/>
            <pc:sldMk cId="3229194105" sldId="287"/>
            <ac:spMk id="5" creationId="{00000000-0000-0000-0000-000000000000}"/>
          </ac:spMkLst>
        </pc:spChg>
        <pc:spChg chg="del mod">
          <ac:chgData name="Guest User" userId="" providerId="Windows Live" clId="Web-{E66AE698-391B-1722-A997-FC8886420F03}" dt="2026-09-10T14:43:32.683" v="46"/>
          <ac:spMkLst>
            <pc:docMk/>
            <pc:sldMk cId="3229194105" sldId="287"/>
            <ac:spMk id="6" creationId="{00000000-0000-0000-0000-000000000000}"/>
          </ac:spMkLst>
        </pc:spChg>
        <pc:spChg chg="add del">
          <ac:chgData name="Guest User" userId="" providerId="Windows Live" clId="Web-{E66AE698-391B-1722-A997-FC8886420F03}" dt="2026-09-10T15:15:34.884" v="56"/>
          <ac:spMkLst>
            <pc:docMk/>
            <pc:sldMk cId="3229194105" sldId="287"/>
            <ac:spMk id="6" creationId="{5DB1A625-0973-A0CE-1E27-A1EA598C58A0}"/>
          </ac:spMkLst>
        </pc:spChg>
        <pc:spChg chg="del">
          <ac:chgData name="Guest User" userId="" providerId="Windows Live" clId="Web-{E66AE698-391B-1722-A997-FC8886420F03}" dt="2026-09-10T14:43:34.167" v="47"/>
          <ac:spMkLst>
            <pc:docMk/>
            <pc:sldMk cId="3229194105" sldId="287"/>
            <ac:spMk id="7" creationId="{00000000-0000-0000-0000-000000000000}"/>
          </ac:spMkLst>
        </pc:spChg>
        <pc:spChg chg="add del">
          <ac:chgData name="Guest User" userId="" providerId="Windows Live" clId="Web-{E66AE698-391B-1722-A997-FC8886420F03}" dt="2026-09-10T15:15:51.369" v="58"/>
          <ac:spMkLst>
            <pc:docMk/>
            <pc:sldMk cId="3229194105" sldId="287"/>
            <ac:spMk id="7" creationId="{1DE99666-B342-066F-34EC-07C2E16DC4D0}"/>
          </ac:spMkLst>
        </pc:spChg>
        <pc:spChg chg="add del">
          <ac:chgData name="Guest User" userId="" providerId="Windows Live" clId="Web-{E66AE698-391B-1722-A997-FC8886420F03}" dt="2026-09-10T15:16:01.072" v="60"/>
          <ac:spMkLst>
            <pc:docMk/>
            <pc:sldMk cId="3229194105" sldId="287"/>
            <ac:spMk id="8" creationId="{875F6313-7F74-5963-FCAB-0681919886D5}"/>
          </ac:spMkLst>
        </pc:spChg>
        <pc:spChg chg="add del mod">
          <ac:chgData name="Guest User" userId="" providerId="Windows Live" clId="Web-{E66AE698-391B-1722-A997-FC8886420F03}" dt="2026-09-10T15:11:53.914" v="51"/>
          <ac:spMkLst>
            <pc:docMk/>
            <pc:sldMk cId="3229194105" sldId="287"/>
            <ac:spMk id="9" creationId="{B6357CFC-6DFF-7A59-6AE7-3D2CD59C6E31}"/>
          </ac:spMkLst>
        </pc:spChg>
      </pc:sldChg>
    </pc:docChg>
  </pc:docChgLst>
  <pc:docChgLst>
    <pc:chgData name="Guest User" providerId="Windows Live" clId="Web-{1B1D20EF-6041-C760-1383-E6A78C56FE1E}"/>
    <pc:docChg chg="addSld modSld sldOrd">
      <pc:chgData name="Guest User" userId="" providerId="Windows Live" clId="Web-{1B1D20EF-6041-C760-1383-E6A78C56FE1E}" dt="2026-09-10T14:48:25.184" v="89" actId="20577"/>
      <pc:docMkLst>
        <pc:docMk/>
      </pc:docMkLst>
      <pc:sldChg chg="modSp">
        <pc:chgData name="Guest User" userId="" providerId="Windows Live" clId="Web-{1B1D20EF-6041-C760-1383-E6A78C56FE1E}" dt="2026-09-10T14:46:50.529" v="19" actId="20577"/>
        <pc:sldMkLst>
          <pc:docMk/>
          <pc:sldMk cId="2569248794" sldId="283"/>
        </pc:sldMkLst>
        <pc:spChg chg="mod">
          <ac:chgData name="Guest User" userId="" providerId="Windows Live" clId="Web-{1B1D20EF-6041-C760-1383-E6A78C56FE1E}" dt="2026-09-10T14:46:50.529" v="19" actId="20577"/>
          <ac:spMkLst>
            <pc:docMk/>
            <pc:sldMk cId="2569248794" sldId="283"/>
            <ac:spMk id="2" creationId="{00000000-0000-0000-0000-000000000000}"/>
          </ac:spMkLst>
        </pc:spChg>
      </pc:sldChg>
      <pc:sldChg chg="modSp">
        <pc:chgData name="Guest User" userId="" providerId="Windows Live" clId="Web-{1B1D20EF-6041-C760-1383-E6A78C56FE1E}" dt="2026-09-10T14:47:58.185" v="81" actId="20577"/>
        <pc:sldMkLst>
          <pc:docMk/>
          <pc:sldMk cId="2841925437" sldId="284"/>
        </pc:sldMkLst>
        <pc:spChg chg="mod">
          <ac:chgData name="Guest User" userId="" providerId="Windows Live" clId="Web-{1B1D20EF-6041-C760-1383-E6A78C56FE1E}" dt="2026-09-10T14:47:58.185" v="81" actId="20577"/>
          <ac:spMkLst>
            <pc:docMk/>
            <pc:sldMk cId="2841925437" sldId="284"/>
            <ac:spMk id="5" creationId="{00000000-0000-0000-0000-000000000000}"/>
          </ac:spMkLst>
        </pc:spChg>
      </pc:sldChg>
      <pc:sldChg chg="modSp">
        <pc:chgData name="Guest User" userId="" providerId="Windows Live" clId="Web-{1B1D20EF-6041-C760-1383-E6A78C56FE1E}" dt="2026-09-10T14:47:12.450" v="43" actId="20577"/>
        <pc:sldMkLst>
          <pc:docMk/>
          <pc:sldMk cId="3339961858" sldId="286"/>
        </pc:sldMkLst>
        <pc:spChg chg="mod">
          <ac:chgData name="Guest User" userId="" providerId="Windows Live" clId="Web-{1B1D20EF-6041-C760-1383-E6A78C56FE1E}" dt="2026-09-10T14:47:12.450" v="43" actId="20577"/>
          <ac:spMkLst>
            <pc:docMk/>
            <pc:sldMk cId="3339961858" sldId="286"/>
            <ac:spMk id="5" creationId="{00000000-0000-0000-0000-000000000000}"/>
          </ac:spMkLst>
        </pc:spChg>
      </pc:sldChg>
      <pc:sldChg chg="ord">
        <pc:chgData name="Guest User" userId="" providerId="Windows Live" clId="Web-{1B1D20EF-6041-C760-1383-E6A78C56FE1E}" dt="2026-09-10T14:47:38.466" v="69"/>
        <pc:sldMkLst>
          <pc:docMk/>
          <pc:sldMk cId="1462086201" sldId="289"/>
        </pc:sldMkLst>
      </pc:sldChg>
      <pc:sldChg chg="modSp">
        <pc:chgData name="Guest User" userId="" providerId="Windows Live" clId="Web-{1B1D20EF-6041-C760-1383-E6A78C56FE1E}" dt="2026-09-10T14:47:45.403" v="74" actId="20577"/>
        <pc:sldMkLst>
          <pc:docMk/>
          <pc:sldMk cId="1008775159" sldId="290"/>
        </pc:sldMkLst>
        <pc:spChg chg="mod">
          <ac:chgData name="Guest User" userId="" providerId="Windows Live" clId="Web-{1B1D20EF-6041-C760-1383-E6A78C56FE1E}" dt="2026-09-10T14:47:45.403" v="74" actId="20577"/>
          <ac:spMkLst>
            <pc:docMk/>
            <pc:sldMk cId="1008775159" sldId="290"/>
            <ac:spMk id="2" creationId="{00000000-0000-0000-0000-000000000000}"/>
          </ac:spMkLst>
        </pc:spChg>
      </pc:sldChg>
      <pc:sldChg chg="modSp add replId">
        <pc:chgData name="Guest User" userId="" providerId="Windows Live" clId="Web-{1B1D20EF-6041-C760-1383-E6A78C56FE1E}" dt="2026-09-10T14:48:08.497" v="84" actId="20577"/>
        <pc:sldMkLst>
          <pc:docMk/>
          <pc:sldMk cId="2565904841" sldId="292"/>
        </pc:sldMkLst>
        <pc:spChg chg="mod">
          <ac:chgData name="Guest User" userId="" providerId="Windows Live" clId="Web-{1B1D20EF-6041-C760-1383-E6A78C56FE1E}" dt="2026-09-10T14:48:08.497" v="84" actId="20577"/>
          <ac:spMkLst>
            <pc:docMk/>
            <pc:sldMk cId="2565904841" sldId="292"/>
            <ac:spMk id="5" creationId="{B8422D0D-50DD-D187-EC37-39415D2F7B0C}"/>
          </ac:spMkLst>
        </pc:spChg>
      </pc:sldChg>
      <pc:sldChg chg="modSp add replId">
        <pc:chgData name="Guest User" userId="" providerId="Windows Live" clId="Web-{1B1D20EF-6041-C760-1383-E6A78C56FE1E}" dt="2026-09-10T14:48:17.153" v="86" actId="20577"/>
        <pc:sldMkLst>
          <pc:docMk/>
          <pc:sldMk cId="3974621809" sldId="293"/>
        </pc:sldMkLst>
        <pc:spChg chg="mod">
          <ac:chgData name="Guest User" userId="" providerId="Windows Live" clId="Web-{1B1D20EF-6041-C760-1383-E6A78C56FE1E}" dt="2026-09-10T14:48:17.153" v="86" actId="20577"/>
          <ac:spMkLst>
            <pc:docMk/>
            <pc:sldMk cId="3974621809" sldId="293"/>
            <ac:spMk id="5" creationId="{6FC206BD-9689-21F2-317E-7C25E2372C8E}"/>
          </ac:spMkLst>
        </pc:spChg>
      </pc:sldChg>
      <pc:sldChg chg="modSp add replId">
        <pc:chgData name="Guest User" userId="" providerId="Windows Live" clId="Web-{1B1D20EF-6041-C760-1383-E6A78C56FE1E}" dt="2026-09-10T14:48:25.184" v="89" actId="20577"/>
        <pc:sldMkLst>
          <pc:docMk/>
          <pc:sldMk cId="2908386653" sldId="294"/>
        </pc:sldMkLst>
        <pc:spChg chg="mod">
          <ac:chgData name="Guest User" userId="" providerId="Windows Live" clId="Web-{1B1D20EF-6041-C760-1383-E6A78C56FE1E}" dt="2026-09-10T14:48:25.184" v="89" actId="20577"/>
          <ac:spMkLst>
            <pc:docMk/>
            <pc:sldMk cId="2908386653" sldId="294"/>
            <ac:spMk id="5" creationId="{E19B4BFD-A61C-0140-62E6-91B1B166B2C5}"/>
          </ac:spMkLst>
        </pc:spChg>
      </pc:sldChg>
    </pc:docChg>
  </pc:docChgLst>
  <pc:docChgLst>
    <pc:chgData name="Guest User" providerId="Windows Live" clId="Web-{00000000-0000-0000-0000-000000000000}"/>
    <pc:docChg chg="addSld delSld modSld sldOrd">
      <pc:chgData name="Guest User" userId="" providerId="Windows Live" clId="Web-{00000000-0000-0000-0000-000000000000}" dt="2026-09-10T18:40:06.245" v="1674"/>
      <pc:docMkLst>
        <pc:docMk/>
      </pc:docMkLst>
      <pc:sldChg chg="addSp delSp modSp">
        <pc:chgData name="Guest User" userId="" providerId="Windows Live" clId="Web-{00000000-0000-0000-0000-000000000000}" dt="2026-09-10T18:13:08.846" v="1659"/>
        <pc:sldMkLst>
          <pc:docMk/>
          <pc:sldMk cId="2841925437" sldId="284"/>
        </pc:sldMkLst>
        <pc:spChg chg="mod">
          <ac:chgData name="Guest User" userId="" providerId="Windows Live" clId="Web-{00000000-0000-0000-0000-000000000000}" dt="2026-09-10T16:26:04.174" v="137" actId="20577"/>
          <ac:spMkLst>
            <pc:docMk/>
            <pc:sldMk cId="2841925437" sldId="284"/>
            <ac:spMk id="5" creationId="{00000000-0000-0000-0000-000000000000}"/>
          </ac:spMkLst>
        </pc:spChg>
        <pc:spChg chg="mod">
          <ac:chgData name="Guest User" userId="" providerId="Windows Live" clId="Web-{00000000-0000-0000-0000-000000000000}" dt="2026-09-10T18:12:56.268" v="1658" actId="20577"/>
          <ac:spMkLst>
            <pc:docMk/>
            <pc:sldMk cId="2841925437" sldId="284"/>
            <ac:spMk id="6" creationId="{00000000-0000-0000-0000-000000000000}"/>
          </ac:spMkLst>
        </pc:spChg>
        <pc:picChg chg="add del">
          <ac:chgData name="Guest User" userId="" providerId="Windows Live" clId="Web-{00000000-0000-0000-0000-000000000000}" dt="2026-09-10T18:13:08.846" v="1659"/>
          <ac:picMkLst>
            <pc:docMk/>
            <pc:sldMk cId="2841925437" sldId="284"/>
            <ac:picMk id="2" creationId="{90697862-5B46-16AE-C924-D04BC81C5DF5}"/>
          </ac:picMkLst>
        </pc:picChg>
      </pc:sldChg>
      <pc:sldChg chg="addSp delSp modSp">
        <pc:chgData name="Guest User" userId="" providerId="Windows Live" clId="Web-{00000000-0000-0000-0000-000000000000}" dt="2026-09-10T18:06:39.332" v="1656" actId="1076"/>
        <pc:sldMkLst>
          <pc:docMk/>
          <pc:sldMk cId="3339961858" sldId="286"/>
        </pc:sldMkLst>
        <pc:spChg chg="add del mod">
          <ac:chgData name="Guest User" userId="" providerId="Windows Live" clId="Web-{00000000-0000-0000-0000-000000000000}" dt="2026-09-10T15:28:18.640" v="87"/>
          <ac:spMkLst>
            <pc:docMk/>
            <pc:sldMk cId="3339961858" sldId="286"/>
            <ac:spMk id="3" creationId="{6CA4209B-A02D-FC3B-3085-783E769B73A7}"/>
          </ac:spMkLst>
        </pc:spChg>
        <pc:spChg chg="mod">
          <ac:chgData name="Guest User" userId="" providerId="Windows Live" clId="Web-{00000000-0000-0000-0000-000000000000}" dt="2026-09-10T18:06:02.536" v="1652" actId="20577"/>
          <ac:spMkLst>
            <pc:docMk/>
            <pc:sldMk cId="3339961858" sldId="286"/>
            <ac:spMk id="5" creationId="{00000000-0000-0000-0000-000000000000}"/>
          </ac:spMkLst>
        </pc:spChg>
        <pc:spChg chg="del mod">
          <ac:chgData name="Guest User" userId="" providerId="Windows Live" clId="Web-{00000000-0000-0000-0000-000000000000}" dt="2026-09-10T17:56:06.110" v="1571"/>
          <ac:spMkLst>
            <pc:docMk/>
            <pc:sldMk cId="3339961858" sldId="286"/>
            <ac:spMk id="6" creationId="{00000000-0000-0000-0000-000000000000}"/>
          </ac:spMkLst>
        </pc:spChg>
        <pc:spChg chg="del">
          <ac:chgData name="Guest User" userId="" providerId="Windows Live" clId="Web-{00000000-0000-0000-0000-000000000000}" dt="2026-09-10T15:28:01.452" v="70"/>
          <ac:spMkLst>
            <pc:docMk/>
            <pc:sldMk cId="3339961858" sldId="286"/>
            <ac:spMk id="7" creationId="{00000000-0000-0000-0000-000000000000}"/>
          </ac:spMkLst>
        </pc:spChg>
        <pc:spChg chg="add del mod">
          <ac:chgData name="Guest User" userId="" providerId="Windows Live" clId="Web-{00000000-0000-0000-0000-000000000000}" dt="2026-09-10T17:56:16.985" v="1574"/>
          <ac:spMkLst>
            <pc:docMk/>
            <pc:sldMk cId="3339961858" sldId="286"/>
            <ac:spMk id="7" creationId="{8CE09124-2838-F878-CD24-0FC7F11A5966}"/>
          </ac:spMkLst>
        </pc:spChg>
        <pc:spChg chg="add mod">
          <ac:chgData name="Guest User" userId="" providerId="Windows Live" clId="Web-{00000000-0000-0000-0000-000000000000}" dt="2026-09-10T18:06:39.332" v="1656" actId="1076"/>
          <ac:spMkLst>
            <pc:docMk/>
            <pc:sldMk cId="3339961858" sldId="286"/>
            <ac:spMk id="8" creationId="{8DE8A111-D76B-F889-ECCD-ECFC51133DA4}"/>
          </ac:spMkLst>
        </pc:spChg>
        <pc:spChg chg="add del">
          <ac:chgData name="Guest User" userId="" providerId="Windows Live" clId="Web-{00000000-0000-0000-0000-000000000000}" dt="2026-09-10T17:56:59.251" v="1583"/>
          <ac:spMkLst>
            <pc:docMk/>
            <pc:sldMk cId="3339961858" sldId="286"/>
            <ac:spMk id="9" creationId="{0B88FF93-072A-0348-2DFF-EF1D44794231}"/>
          </ac:spMkLst>
        </pc:spChg>
        <pc:picChg chg="add mod modCrop">
          <ac:chgData name="Guest User" userId="" providerId="Windows Live" clId="Web-{00000000-0000-0000-0000-000000000000}" dt="2026-09-10T18:05:44.926" v="1647" actId="1076"/>
          <ac:picMkLst>
            <pc:docMk/>
            <pc:sldMk cId="3339961858" sldId="286"/>
            <ac:picMk id="2" creationId="{15E2BBF8-A2AB-DDE8-9842-E0E930D7DB4B}"/>
          </ac:picMkLst>
        </pc:picChg>
        <pc:picChg chg="add mod modCrop">
          <ac:chgData name="Guest User" userId="" providerId="Windows Live" clId="Web-{00000000-0000-0000-0000-000000000000}" dt="2026-09-10T18:05:31.848" v="1645" actId="1076"/>
          <ac:picMkLst>
            <pc:docMk/>
            <pc:sldMk cId="3339961858" sldId="286"/>
            <ac:picMk id="3" creationId="{F9F8F644-EA7B-D9F1-29A3-6566E545FA7F}"/>
          </ac:picMkLst>
        </pc:picChg>
      </pc:sldChg>
      <pc:sldChg chg="modSp ord">
        <pc:chgData name="Guest User" userId="" providerId="Windows Live" clId="Web-{00000000-0000-0000-0000-000000000000}" dt="2026-09-10T16:26:50.578" v="140"/>
        <pc:sldMkLst>
          <pc:docMk/>
          <pc:sldMk cId="3229194105" sldId="287"/>
        </pc:sldMkLst>
        <pc:spChg chg="mod">
          <ac:chgData name="Guest User" userId="" providerId="Windows Live" clId="Web-{00000000-0000-0000-0000-000000000000}" dt="2026-09-10T15:17:44.501" v="28" actId="20577"/>
          <ac:spMkLst>
            <pc:docMk/>
            <pc:sldMk cId="3229194105" sldId="287"/>
            <ac:spMk id="3" creationId="{E7E2C7D9-2C67-FD1F-D661-EE68FBB80C91}"/>
          </ac:spMkLst>
        </pc:spChg>
        <pc:spChg chg="mod">
          <ac:chgData name="Guest User" userId="" providerId="Windows Live" clId="Web-{00000000-0000-0000-0000-000000000000}" dt="2026-09-10T13:47:55.713" v="18" actId="20577"/>
          <ac:spMkLst>
            <pc:docMk/>
            <pc:sldMk cId="3229194105" sldId="287"/>
            <ac:spMk id="5" creationId="{00000000-0000-0000-0000-000000000000}"/>
          </ac:spMkLst>
        </pc:spChg>
        <pc:picChg chg="mod">
          <ac:chgData name="Guest User" userId="" providerId="Windows Live" clId="Web-{00000000-0000-0000-0000-000000000000}" dt="2026-09-10T16:26:00.812" v="136" actId="1076"/>
          <ac:picMkLst>
            <pc:docMk/>
            <pc:sldMk cId="3229194105" sldId="287"/>
            <ac:picMk id="2" creationId="{2A25053D-26C1-A7A6-8743-D46C565E4550}"/>
          </ac:picMkLst>
        </pc:picChg>
      </pc:sldChg>
      <pc:sldChg chg="modSp">
        <pc:chgData name="Guest User" userId="" providerId="Windows Live" clId="Web-{00000000-0000-0000-0000-000000000000}" dt="2026-09-10T15:26:39.109" v="44" actId="20577"/>
        <pc:sldMkLst>
          <pc:docMk/>
          <pc:sldMk cId="1008775159" sldId="290"/>
        </pc:sldMkLst>
        <pc:spChg chg="mod">
          <ac:chgData name="Guest User" userId="" providerId="Windows Live" clId="Web-{00000000-0000-0000-0000-000000000000}" dt="2026-09-10T15:26:39.109" v="44" actId="20577"/>
          <ac:spMkLst>
            <pc:docMk/>
            <pc:sldMk cId="1008775159" sldId="290"/>
            <ac:spMk id="3" creationId="{00000000-0000-0000-0000-000000000000}"/>
          </ac:spMkLst>
        </pc:spChg>
      </pc:sldChg>
      <pc:sldChg chg="del">
        <pc:chgData name="Guest User" userId="" providerId="Windows Live" clId="Web-{00000000-0000-0000-0000-000000000000}" dt="2026-09-10T17:53:32.282" v="1557"/>
        <pc:sldMkLst>
          <pc:docMk/>
          <pc:sldMk cId="2444972175" sldId="295"/>
        </pc:sldMkLst>
      </pc:sldChg>
      <pc:sldChg chg="addSp delSp modSp new del mod modClrScheme chgLayout">
        <pc:chgData name="Guest User" userId="" providerId="Windows Live" clId="Web-{00000000-0000-0000-0000-000000000000}" dt="2026-09-10T17:39:45.372" v="1555"/>
        <pc:sldMkLst>
          <pc:docMk/>
          <pc:sldMk cId="365236338" sldId="297"/>
        </pc:sldMkLst>
        <pc:spChg chg="mod ord">
          <ac:chgData name="Guest User" userId="" providerId="Windows Live" clId="Web-{00000000-0000-0000-0000-000000000000}" dt="2026-09-10T17:38:40.246" v="1554" actId="1076"/>
          <ac:spMkLst>
            <pc:docMk/>
            <pc:sldMk cId="365236338" sldId="297"/>
            <ac:spMk id="2" creationId="{D7ADAC6B-074D-F9D6-B3A4-A46228E644F9}"/>
          </ac:spMkLst>
        </pc:spChg>
        <pc:spChg chg="del">
          <ac:chgData name="Guest User" userId="" providerId="Windows Live" clId="Web-{00000000-0000-0000-0000-000000000000}" dt="2026-09-10T16:28:02.546" v="145"/>
          <ac:spMkLst>
            <pc:docMk/>
            <pc:sldMk cId="365236338" sldId="297"/>
            <ac:spMk id="3" creationId="{3C602D2A-1A63-A20B-571F-77AE20DCEADC}"/>
          </ac:spMkLst>
        </pc:spChg>
        <pc:spChg chg="del">
          <ac:chgData name="Guest User" userId="" providerId="Windows Live" clId="Web-{00000000-0000-0000-0000-000000000000}" dt="2026-09-10T16:28:07.499" v="146"/>
          <ac:spMkLst>
            <pc:docMk/>
            <pc:sldMk cId="365236338" sldId="297"/>
            <ac:spMk id="4" creationId="{A455ABA9-D635-9FAD-FCD0-E6ECF3F1D793}"/>
          </ac:spMkLst>
        </pc:spChg>
        <pc:spChg chg="mod ord">
          <ac:chgData name="Guest User" userId="" providerId="Windows Live" clId="Web-{00000000-0000-0000-0000-000000000000}" dt="2026-09-10T17:34:29.745" v="1519"/>
          <ac:spMkLst>
            <pc:docMk/>
            <pc:sldMk cId="365236338" sldId="297"/>
            <ac:spMk id="5" creationId="{B60E31EE-BE2D-26A4-C0D5-EAF141CDD881}"/>
          </ac:spMkLst>
        </pc:spChg>
        <pc:spChg chg="add del">
          <ac:chgData name="Guest User" userId="" providerId="Windows Live" clId="Web-{00000000-0000-0000-0000-000000000000}" dt="2026-09-10T16:28:19.828" v="148"/>
          <ac:spMkLst>
            <pc:docMk/>
            <pc:sldMk cId="365236338" sldId="297"/>
            <ac:spMk id="6" creationId="{D2BC93CD-0017-D2FD-AF68-FDCDD92CF811}"/>
          </ac:spMkLst>
        </pc:spChg>
        <pc:spChg chg="add del mod">
          <ac:chgData name="Guest User" userId="" providerId="Windows Live" clId="Web-{00000000-0000-0000-0000-000000000000}" dt="2026-09-10T16:28:49.656" v="159"/>
          <ac:spMkLst>
            <pc:docMk/>
            <pc:sldMk cId="365236338" sldId="297"/>
            <ac:spMk id="7" creationId="{2BFDDA5D-BF92-47E2-4D38-6717C3B0796E}"/>
          </ac:spMkLst>
        </pc:spChg>
        <pc:spChg chg="add del mod">
          <ac:chgData name="Guest User" userId="" providerId="Windows Live" clId="Web-{00000000-0000-0000-0000-000000000000}" dt="2026-09-10T17:04:44.201" v="288"/>
          <ac:spMkLst>
            <pc:docMk/>
            <pc:sldMk cId="365236338" sldId="297"/>
            <ac:spMk id="89" creationId="{A63531CC-739B-568C-EDFB-3BE18687CBA9}"/>
          </ac:spMkLst>
        </pc:spChg>
        <pc:spChg chg="add del mod">
          <ac:chgData name="Guest User" userId="" providerId="Windows Live" clId="Web-{00000000-0000-0000-0000-000000000000}" dt="2026-09-10T17:06:16.451" v="325"/>
          <ac:spMkLst>
            <pc:docMk/>
            <pc:sldMk cId="365236338" sldId="297"/>
            <ac:spMk id="90" creationId="{0206C491-FE6C-2363-B010-A786B4E2FBE7}"/>
          </ac:spMkLst>
        </pc:spChg>
        <pc:spChg chg="add mod">
          <ac:chgData name="Guest User" userId="" providerId="Windows Live" clId="Web-{00000000-0000-0000-0000-000000000000}" dt="2026-09-10T17:32:44.322" v="1503" actId="1076"/>
          <ac:spMkLst>
            <pc:docMk/>
            <pc:sldMk cId="365236338" sldId="297"/>
            <ac:spMk id="92" creationId="{FA7BD5AC-A6AB-0A05-9AC7-606CEF6D628F}"/>
          </ac:spMkLst>
        </pc:spChg>
        <pc:graphicFrameChg chg="add del mod modGraphic">
          <ac:chgData name="Guest User" userId="" providerId="Windows Live" clId="Web-{00000000-0000-0000-0000-000000000000}" dt="2026-09-10T16:59:00.699" v="261"/>
          <ac:graphicFrameMkLst>
            <pc:docMk/>
            <pc:sldMk cId="365236338" sldId="297"/>
            <ac:graphicFrameMk id="8" creationId="{10E25A72-5E7E-7292-755A-DFC6A7280060}"/>
          </ac:graphicFrameMkLst>
        </pc:graphicFrameChg>
        <pc:graphicFrameChg chg="add del mod modGraphic">
          <ac:chgData name="Guest User" userId="" providerId="Windows Live" clId="Web-{00000000-0000-0000-0000-000000000000}" dt="2026-09-10T16:59:33.699" v="263"/>
          <ac:graphicFrameMkLst>
            <pc:docMk/>
            <pc:sldMk cId="365236338" sldId="297"/>
            <ac:graphicFrameMk id="74" creationId="{5C922887-EEF7-93FD-C342-F53EA59E433F}"/>
          </ac:graphicFrameMkLst>
        </pc:graphicFrameChg>
        <pc:graphicFrameChg chg="add mod modGraphic">
          <ac:chgData name="Guest User" userId="" providerId="Windows Live" clId="Web-{00000000-0000-0000-0000-000000000000}" dt="2026-09-10T17:36:13.386" v="1527" actId="1076"/>
          <ac:graphicFrameMkLst>
            <pc:docMk/>
            <pc:sldMk cId="365236338" sldId="297"/>
            <ac:graphicFrameMk id="91" creationId="{59C6B859-ECD9-B602-3A1E-7FD40471CA20}"/>
          </ac:graphicFrameMkLst>
        </pc:graphicFrameChg>
      </pc:sldChg>
      <pc:sldChg chg="modSp del">
        <pc:chgData name="Guest User" userId="" providerId="Windows Live" clId="Web-{00000000-0000-0000-0000-000000000000}" dt="2026-09-10T18:02:47.240" v="1626"/>
        <pc:sldMkLst>
          <pc:docMk/>
          <pc:sldMk cId="1464480547" sldId="298"/>
        </pc:sldMkLst>
        <pc:picChg chg="mod">
          <ac:chgData name="Guest User" userId="" providerId="Windows Live" clId="Web-{00000000-0000-0000-0000-000000000000}" dt="2026-09-10T17:53:38.766" v="1558" actId="1076"/>
          <ac:picMkLst>
            <pc:docMk/>
            <pc:sldMk cId="1464480547" sldId="298"/>
            <ac:picMk id="3" creationId="{0B4C0F83-8B08-0597-9EF1-76D9BD97AF9F}"/>
          </ac:picMkLst>
        </pc:picChg>
      </pc:sldChg>
      <pc:sldChg chg="modSp del">
        <pc:chgData name="Guest User" userId="" providerId="Windows Live" clId="Web-{00000000-0000-0000-0000-000000000000}" dt="2026-09-10T17:34:00.101" v="1518"/>
        <pc:sldMkLst>
          <pc:docMk/>
          <pc:sldMk cId="2436682731" sldId="299"/>
        </pc:sldMkLst>
        <pc:spChg chg="mod">
          <ac:chgData name="Guest User" userId="" providerId="Windows Live" clId="Web-{00000000-0000-0000-0000-000000000000}" dt="2026-09-10T17:33:02.676" v="1508" actId="20577"/>
          <ac:spMkLst>
            <pc:docMk/>
            <pc:sldMk cId="2436682731" sldId="299"/>
            <ac:spMk id="5" creationId="{0D7309A9-D9FA-228F-2783-3F44193909E4}"/>
          </ac:spMkLst>
        </pc:spChg>
      </pc:sldChg>
      <pc:sldChg chg="del">
        <pc:chgData name="Guest User" userId="" providerId="Windows Live" clId="Web-{00000000-0000-0000-0000-000000000000}" dt="2026-09-10T17:41:25.843" v="1556"/>
        <pc:sldMkLst>
          <pc:docMk/>
          <pc:sldMk cId="855728128" sldId="300"/>
        </pc:sldMkLst>
      </pc:sldChg>
      <pc:sldChg chg="addSp modSp new">
        <pc:chgData name="Guest User" userId="" providerId="Windows Live" clId="Web-{00000000-0000-0000-0000-000000000000}" dt="2026-09-10T17:33:25.334" v="1515" actId="1076"/>
        <pc:sldMkLst>
          <pc:docMk/>
          <pc:sldMk cId="2463141902" sldId="301"/>
        </pc:sldMkLst>
        <pc:spChg chg="mod">
          <ac:chgData name="Guest User" userId="" providerId="Windows Live" clId="Web-{00000000-0000-0000-0000-000000000000}" dt="2026-09-10T17:32:55.113" v="1507" actId="20577"/>
          <ac:spMkLst>
            <pc:docMk/>
            <pc:sldMk cId="2463141902" sldId="301"/>
            <ac:spMk id="2" creationId="{7FAC5641-FA7A-DC83-27AC-474B5248225E}"/>
          </ac:spMkLst>
        </pc:spChg>
        <pc:spChg chg="mod">
          <ac:chgData name="Guest User" userId="" providerId="Windows Live" clId="Web-{00000000-0000-0000-0000-000000000000}" dt="2026-09-10T17:33:11.552" v="1513" actId="20577"/>
          <ac:spMkLst>
            <pc:docMk/>
            <pc:sldMk cId="2463141902" sldId="301"/>
            <ac:spMk id="3" creationId="{EC48BD1F-7AE7-34D4-327D-0059C319DEC8}"/>
          </ac:spMkLst>
        </pc:spChg>
        <pc:picChg chg="add mod">
          <ac:chgData name="Guest User" userId="" providerId="Windows Live" clId="Web-{00000000-0000-0000-0000-000000000000}" dt="2026-09-10T17:33:25.334" v="1515" actId="1076"/>
          <ac:picMkLst>
            <pc:docMk/>
            <pc:sldMk cId="2463141902" sldId="301"/>
            <ac:picMk id="6" creationId="{23EE8FC4-B084-88E9-5ABB-061EAD666A49}"/>
          </ac:picMkLst>
        </pc:picChg>
      </pc:sldChg>
      <pc:sldChg chg="modSp new del">
        <pc:chgData name="Guest User" userId="" providerId="Windows Live" clId="Web-{00000000-0000-0000-0000-000000000000}" dt="2026-09-10T18:40:06.245" v="1674"/>
        <pc:sldMkLst>
          <pc:docMk/>
          <pc:sldMk cId="561760348" sldId="302"/>
        </pc:sldMkLst>
        <pc:spChg chg="mod">
          <ac:chgData name="Guest User" userId="" providerId="Windows Live" clId="Web-{00000000-0000-0000-0000-000000000000}" dt="2026-09-10T18:37:16.621" v="1673" actId="20577"/>
          <ac:spMkLst>
            <pc:docMk/>
            <pc:sldMk cId="561760348" sldId="302"/>
            <ac:spMk id="2" creationId="{5A3AC8B6-9291-2ACA-4FF9-92AAF278943C}"/>
          </ac:spMkLst>
        </pc:spChg>
      </pc:sldChg>
      <pc:sldChg chg="addSp delSp modSp new del">
        <pc:chgData name="Guest User" userId="" providerId="Windows Live" clId="Web-{00000000-0000-0000-0000-000000000000}" dt="2026-09-10T18:05:36.567" v="1646"/>
        <pc:sldMkLst>
          <pc:docMk/>
          <pc:sldMk cId="1624541798" sldId="302"/>
        </pc:sldMkLst>
        <pc:spChg chg="mod">
          <ac:chgData name="Guest User" userId="" providerId="Windows Live" clId="Web-{00000000-0000-0000-0000-000000000000}" dt="2026-09-10T18:02:19.162" v="1625" actId="1076"/>
          <ac:spMkLst>
            <pc:docMk/>
            <pc:sldMk cId="1624541798" sldId="302"/>
            <ac:spMk id="2" creationId="{B891CEE1-01E9-19AD-051A-BC0869973FF0}"/>
          </ac:spMkLst>
        </pc:spChg>
        <pc:spChg chg="del">
          <ac:chgData name="Guest User" userId="" providerId="Windows Live" clId="Web-{00000000-0000-0000-0000-000000000000}" dt="2026-09-10T17:59:28.845" v="1615"/>
          <ac:spMkLst>
            <pc:docMk/>
            <pc:sldMk cId="1624541798" sldId="302"/>
            <ac:spMk id="3" creationId="{2F1B5444-F932-05EF-4FF8-036D7AD7E369}"/>
          </ac:spMkLst>
        </pc:spChg>
        <pc:spChg chg="del">
          <ac:chgData name="Guest User" userId="" providerId="Windows Live" clId="Web-{00000000-0000-0000-0000-000000000000}" dt="2026-09-10T17:59:30.517" v="1616"/>
          <ac:spMkLst>
            <pc:docMk/>
            <pc:sldMk cId="1624541798" sldId="302"/>
            <ac:spMk id="4" creationId="{7236C7FF-0886-0681-1DCB-795E658E53EE}"/>
          </ac:spMkLst>
        </pc:spChg>
        <pc:spChg chg="add del mod">
          <ac:chgData name="Guest User" userId="" providerId="Windows Live" clId="Web-{00000000-0000-0000-0000-000000000000}" dt="2026-09-10T17:59:13.923" v="1596"/>
          <ac:spMkLst>
            <pc:docMk/>
            <pc:sldMk cId="1624541798" sldId="302"/>
            <ac:spMk id="6" creationId="{6E4D4F62-37AD-52BF-D417-749CEB8BD372}"/>
          </ac:spMkLst>
        </pc:spChg>
        <pc:picChg chg="add del mod">
          <ac:chgData name="Guest User" userId="" providerId="Windows Live" clId="Web-{00000000-0000-0000-0000-000000000000}" dt="2026-09-10T18:04:29.974" v="1629"/>
          <ac:picMkLst>
            <pc:docMk/>
            <pc:sldMk cId="1624541798" sldId="302"/>
            <ac:picMk id="3" creationId="{453C097F-6B00-CCCC-E074-1E0BF87D6CB7}"/>
          </ac:picMkLst>
        </pc:picChg>
      </pc:sldChg>
    </pc:docChg>
  </pc:docChgLst>
  <pc:docChgLst>
    <pc:chgData name="Guest User" providerId="Windows Live" clId="Web-{513C6967-A664-7A5A-DB5A-DEB9CDE99C0D}"/>
    <pc:docChg chg="modSld sldOrd">
      <pc:chgData name="Guest User" userId="" providerId="Windows Live" clId="Web-{513C6967-A664-7A5A-DB5A-DEB9CDE99C0D}" dt="2026-09-10T17:32:28.309" v="45" actId="1076"/>
      <pc:docMkLst>
        <pc:docMk/>
      </pc:docMkLst>
      <pc:sldChg chg="addSp modSp">
        <pc:chgData name="Guest User" userId="" providerId="Windows Live" clId="Web-{513C6967-A664-7A5A-DB5A-DEB9CDE99C0D}" dt="2026-09-10T17:14:08.228" v="32" actId="1076"/>
        <pc:sldMkLst>
          <pc:docMk/>
          <pc:sldMk cId="2841925437" sldId="284"/>
        </pc:sldMkLst>
        <pc:spChg chg="mod">
          <ac:chgData name="Guest User" userId="" providerId="Windows Live" clId="Web-{513C6967-A664-7A5A-DB5A-DEB9CDE99C0D}" dt="2026-09-10T17:14:05.744" v="31" actId="20577"/>
          <ac:spMkLst>
            <pc:docMk/>
            <pc:sldMk cId="2841925437" sldId="284"/>
            <ac:spMk id="6" creationId="{00000000-0000-0000-0000-000000000000}"/>
          </ac:spMkLst>
        </pc:spChg>
        <pc:picChg chg="add mod">
          <ac:chgData name="Guest User" userId="" providerId="Windows Live" clId="Web-{513C6967-A664-7A5A-DB5A-DEB9CDE99C0D}" dt="2026-09-10T17:14:08.228" v="32" actId="1076"/>
          <ac:picMkLst>
            <pc:docMk/>
            <pc:sldMk cId="2841925437" sldId="284"/>
            <ac:picMk id="2" creationId="{90697862-5B46-16AE-C924-D04BC81C5DF5}"/>
          </ac:picMkLst>
        </pc:picChg>
      </pc:sldChg>
      <pc:sldChg chg="addSp modSp ord">
        <pc:chgData name="Guest User" userId="" providerId="Windows Live" clId="Web-{513C6967-A664-7A5A-DB5A-DEB9CDE99C0D}" dt="2026-09-10T17:32:28.309" v="45" actId="1076"/>
        <pc:sldMkLst>
          <pc:docMk/>
          <pc:sldMk cId="2565904841" sldId="292"/>
        </pc:sldMkLst>
        <pc:spChg chg="mod">
          <ac:chgData name="Guest User" userId="" providerId="Windows Live" clId="Web-{513C6967-A664-7A5A-DB5A-DEB9CDE99C0D}" dt="2026-09-10T17:04:48.703" v="11" actId="20577"/>
          <ac:spMkLst>
            <pc:docMk/>
            <pc:sldMk cId="2565904841" sldId="292"/>
            <ac:spMk id="5" creationId="{B8422D0D-50DD-D187-EC37-39415D2F7B0C}"/>
          </ac:spMkLst>
        </pc:spChg>
        <pc:spChg chg="mod">
          <ac:chgData name="Guest User" userId="" providerId="Windows Live" clId="Web-{513C6967-A664-7A5A-DB5A-DEB9CDE99C0D}" dt="2026-09-10T17:32:26.840" v="44" actId="14100"/>
          <ac:spMkLst>
            <pc:docMk/>
            <pc:sldMk cId="2565904841" sldId="292"/>
            <ac:spMk id="6" creationId="{1748795C-0771-DD46-100F-CD5A74E4E6AA}"/>
          </ac:spMkLst>
        </pc:spChg>
        <pc:picChg chg="add mod">
          <ac:chgData name="Guest User" userId="" providerId="Windows Live" clId="Web-{513C6967-A664-7A5A-DB5A-DEB9CDE99C0D}" dt="2026-09-10T17:32:28.309" v="45" actId="1076"/>
          <ac:picMkLst>
            <pc:docMk/>
            <pc:sldMk cId="2565904841" sldId="292"/>
            <ac:picMk id="2" creationId="{969CFEC3-62C2-729D-1AC7-E28C2D96D87A}"/>
          </ac:picMkLst>
        </pc:picChg>
      </pc:sldChg>
      <pc:sldChg chg="addSp modSp ord">
        <pc:chgData name="Guest User" userId="" providerId="Windows Live" clId="Web-{513C6967-A664-7A5A-DB5A-DEB9CDE99C0D}" dt="2026-09-10T17:32:21.793" v="43" actId="1076"/>
        <pc:sldMkLst>
          <pc:docMk/>
          <pc:sldMk cId="3974621809" sldId="293"/>
        </pc:sldMkLst>
        <pc:spChg chg="mod">
          <ac:chgData name="Guest User" userId="" providerId="Windows Live" clId="Web-{513C6967-A664-7A5A-DB5A-DEB9CDE99C0D}" dt="2026-09-10T17:07:00.159" v="22" actId="20577"/>
          <ac:spMkLst>
            <pc:docMk/>
            <pc:sldMk cId="3974621809" sldId="293"/>
            <ac:spMk id="5" creationId="{6FC206BD-9689-21F2-317E-7C25E2372C8E}"/>
          </ac:spMkLst>
        </pc:spChg>
        <pc:spChg chg="mod">
          <ac:chgData name="Guest User" userId="" providerId="Windows Live" clId="Web-{513C6967-A664-7A5A-DB5A-DEB9CDE99C0D}" dt="2026-09-10T17:32:17.168" v="40" actId="14100"/>
          <ac:spMkLst>
            <pc:docMk/>
            <pc:sldMk cId="3974621809" sldId="293"/>
            <ac:spMk id="6" creationId="{ABF27972-2EDA-860F-6538-6633D2E712B5}"/>
          </ac:spMkLst>
        </pc:spChg>
        <pc:picChg chg="add mod">
          <ac:chgData name="Guest User" userId="" providerId="Windows Live" clId="Web-{513C6967-A664-7A5A-DB5A-DEB9CDE99C0D}" dt="2026-09-10T17:32:21.793" v="43" actId="1076"/>
          <ac:picMkLst>
            <pc:docMk/>
            <pc:sldMk cId="3974621809" sldId="293"/>
            <ac:picMk id="2" creationId="{4D3DE320-2785-B7BF-3785-24292A941F9F}"/>
          </ac:picMkLst>
        </pc:picChg>
      </pc:sldChg>
    </pc:docChg>
  </pc:docChgLst>
  <pc:docChgLst>
    <pc:chgData name="Guest User" providerId="Windows Live" clId="Web-{22151C2E-BD59-45B7-F6D7-276F4C5BBCEB}"/>
    <pc:docChg chg="addSld delSld modSld sldOrd">
      <pc:chgData name="Guest User" userId="" providerId="Windows Live" clId="Web-{22151C2E-BD59-45B7-F6D7-276F4C5BBCEB}" dt="2026-09-10T18:40:59.534" v="289" actId="20577"/>
      <pc:docMkLst>
        <pc:docMk/>
      </pc:docMkLst>
      <pc:sldChg chg="addSp modSp">
        <pc:chgData name="Guest User" userId="" providerId="Windows Live" clId="Web-{22151C2E-BD59-45B7-F6D7-276F4C5BBCEB}" dt="2026-09-10T18:40:59.534" v="289" actId="20577"/>
        <pc:sldMkLst>
          <pc:docMk/>
          <pc:sldMk cId="2407755856" sldId="285"/>
        </pc:sldMkLst>
        <pc:spChg chg="add mod">
          <ac:chgData name="Guest User" userId="" providerId="Windows Live" clId="Web-{22151C2E-BD59-45B7-F6D7-276F4C5BBCEB}" dt="2026-09-10T18:40:59.534" v="289" actId="20577"/>
          <ac:spMkLst>
            <pc:docMk/>
            <pc:sldMk cId="2407755856" sldId="285"/>
            <ac:spMk id="3" creationId="{DF869520-F584-7005-65CC-28D9F862ACD7}"/>
          </ac:spMkLst>
        </pc:spChg>
        <pc:picChg chg="add mod">
          <ac:chgData name="Guest User" userId="" providerId="Windows Live" clId="Web-{22151C2E-BD59-45B7-F6D7-276F4C5BBCEB}" dt="2026-09-10T18:39:20.672" v="276" actId="1076"/>
          <ac:picMkLst>
            <pc:docMk/>
            <pc:sldMk cId="2407755856" sldId="285"/>
            <ac:picMk id="2" creationId="{8C8C5C3A-FA9F-4DC3-2135-A5ECBF727A4B}"/>
          </ac:picMkLst>
        </pc:picChg>
      </pc:sldChg>
      <pc:sldChg chg="del">
        <pc:chgData name="Guest User" userId="" providerId="Windows Live" clId="Web-{22151C2E-BD59-45B7-F6D7-276F4C5BBCEB}" dt="2026-09-10T18:35:45.180" v="272"/>
        <pc:sldMkLst>
          <pc:docMk/>
          <pc:sldMk cId="1462086201" sldId="289"/>
        </pc:sldMkLst>
      </pc:sldChg>
      <pc:sldChg chg="addSp delSp modSp modTransition addAnim modAnim modNotes">
        <pc:chgData name="Guest User" userId="" providerId="Windows Live" clId="Web-{22151C2E-BD59-45B7-F6D7-276F4C5BBCEB}" dt="2026-09-10T16:15:07.003" v="120"/>
        <pc:sldMkLst>
          <pc:docMk/>
          <pc:sldMk cId="1008775159" sldId="290"/>
        </pc:sldMkLst>
        <pc:spChg chg="del">
          <ac:chgData name="Guest User" userId="" providerId="Windows Live" clId="Web-{22151C2E-BD59-45B7-F6D7-276F4C5BBCEB}" dt="2026-09-10T15:42:34.042" v="41"/>
          <ac:spMkLst>
            <pc:docMk/>
            <pc:sldMk cId="1008775159" sldId="290"/>
            <ac:spMk id="3" creationId="{00000000-0000-0000-0000-000000000000}"/>
          </ac:spMkLst>
        </pc:spChg>
        <pc:spChg chg="add del mod">
          <ac:chgData name="Guest User" userId="" providerId="Windows Live" clId="Web-{22151C2E-BD59-45B7-F6D7-276F4C5BBCEB}" dt="2026-09-10T15:42:41.463" v="42"/>
          <ac:spMkLst>
            <pc:docMk/>
            <pc:sldMk cId="1008775159" sldId="290"/>
            <ac:spMk id="12" creationId="{92B4EC42-B946-F2C2-79A6-20D737FE017A}"/>
          </ac:spMkLst>
        </pc:spChg>
        <pc:spChg chg="add mod">
          <ac:chgData name="Guest User" userId="" providerId="Windows Live" clId="Web-{22151C2E-BD59-45B7-F6D7-276F4C5BBCEB}" dt="2026-09-10T15:49:53.700" v="71" actId="1076"/>
          <ac:spMkLst>
            <pc:docMk/>
            <pc:sldMk cId="1008775159" sldId="290"/>
            <ac:spMk id="14" creationId="{E0E396B5-1937-D122-9C49-92A4CC2110FB}"/>
          </ac:spMkLst>
        </pc:spChg>
        <pc:spChg chg="add mod">
          <ac:chgData name="Guest User" userId="" providerId="Windows Live" clId="Web-{22151C2E-BD59-45B7-F6D7-276F4C5BBCEB}" dt="2026-09-10T15:55:02.005" v="97" actId="1076"/>
          <ac:spMkLst>
            <pc:docMk/>
            <pc:sldMk cId="1008775159" sldId="290"/>
            <ac:spMk id="21" creationId="{DE188255-58BA-7484-D0D7-6B169D7CB83C}"/>
          </ac:spMkLst>
        </pc:spChg>
        <pc:spChg chg="add mod">
          <ac:chgData name="Guest User" userId="" providerId="Windows Live" clId="Web-{22151C2E-BD59-45B7-F6D7-276F4C5BBCEB}" dt="2026-09-10T15:55:09.458" v="99" actId="1076"/>
          <ac:spMkLst>
            <pc:docMk/>
            <pc:sldMk cId="1008775159" sldId="290"/>
            <ac:spMk id="23" creationId="{C5F7EEF2-67A9-3954-3032-92F00C8052A8}"/>
          </ac:spMkLst>
        </pc:spChg>
        <pc:spChg chg="add mod">
          <ac:chgData name="Guest User" userId="" providerId="Windows Live" clId="Web-{22151C2E-BD59-45B7-F6D7-276F4C5BBCEB}" dt="2026-09-10T15:55:15.271" v="101" actId="1076"/>
          <ac:spMkLst>
            <pc:docMk/>
            <pc:sldMk cId="1008775159" sldId="290"/>
            <ac:spMk id="25" creationId="{5151B02F-964C-C789-838B-BBB26D5DD4CA}"/>
          </ac:spMkLst>
        </pc:spChg>
        <pc:picChg chg="add mod">
          <ac:chgData name="Guest User" userId="" providerId="Windows Live" clId="Web-{22151C2E-BD59-45B7-F6D7-276F4C5BBCEB}" dt="2026-09-10T15:42:55.464" v="47" actId="1076"/>
          <ac:picMkLst>
            <pc:docMk/>
            <pc:sldMk cId="1008775159" sldId="290"/>
            <ac:picMk id="5" creationId="{D087E7CB-AF0A-D08D-C6DC-0BC29BF3B390}"/>
          </ac:picMkLst>
        </pc:picChg>
        <pc:picChg chg="add del mod">
          <ac:chgData name="Guest User" userId="" providerId="Windows Live" clId="Web-{22151C2E-BD59-45B7-F6D7-276F4C5BBCEB}" dt="2026-09-10T15:39:31.246" v="5"/>
          <ac:picMkLst>
            <pc:docMk/>
            <pc:sldMk cId="1008775159" sldId="290"/>
            <ac:picMk id="6" creationId="{23E664B2-722D-49BA-BD7D-27B62F4FF829}"/>
          </ac:picMkLst>
        </pc:picChg>
        <pc:picChg chg="add mod">
          <ac:chgData name="Guest User" userId="" providerId="Windows Live" clId="Web-{22151C2E-BD59-45B7-F6D7-276F4C5BBCEB}" dt="2026-09-10T15:43:15.481" v="51" actId="1076"/>
          <ac:picMkLst>
            <pc:docMk/>
            <pc:sldMk cId="1008775159" sldId="290"/>
            <ac:picMk id="7" creationId="{5E53BD36-B4EF-913E-C44F-BC54862514F1}"/>
          </ac:picMkLst>
        </pc:picChg>
        <pc:picChg chg="add del mod">
          <ac:chgData name="Guest User" userId="" providerId="Windows Live" clId="Web-{22151C2E-BD59-45B7-F6D7-276F4C5BBCEB}" dt="2026-09-10T15:40:42.767" v="12"/>
          <ac:picMkLst>
            <pc:docMk/>
            <pc:sldMk cId="1008775159" sldId="290"/>
            <ac:picMk id="8" creationId="{703F0119-2582-39DC-B8AE-B606D0145E1E}"/>
          </ac:picMkLst>
        </pc:picChg>
        <pc:picChg chg="add mod">
          <ac:chgData name="Guest User" userId="" providerId="Windows Live" clId="Web-{22151C2E-BD59-45B7-F6D7-276F4C5BBCEB}" dt="2026-09-10T15:43:11.590" v="50" actId="1076"/>
          <ac:picMkLst>
            <pc:docMk/>
            <pc:sldMk cId="1008775159" sldId="290"/>
            <ac:picMk id="9" creationId="{F26C57B2-003A-FBF4-37A6-4F0DBB813DD5}"/>
          </ac:picMkLst>
        </pc:picChg>
        <pc:picChg chg="add mod">
          <ac:chgData name="Guest User" userId="" providerId="Windows Live" clId="Web-{22151C2E-BD59-45B7-F6D7-276F4C5BBCEB}" dt="2026-09-10T15:43:04.746" v="49" actId="1076"/>
          <ac:picMkLst>
            <pc:docMk/>
            <pc:sldMk cId="1008775159" sldId="290"/>
            <ac:picMk id="10" creationId="{33C02EE2-75A7-2737-5472-303DC977AF26}"/>
          </ac:picMkLst>
        </pc:picChg>
        <pc:picChg chg="add mod">
          <ac:chgData name="Guest User" userId="" providerId="Windows Live" clId="Web-{22151C2E-BD59-45B7-F6D7-276F4C5BBCEB}" dt="2026-09-10T15:49:24.354" v="68" actId="1076"/>
          <ac:picMkLst>
            <pc:docMk/>
            <pc:sldMk cId="1008775159" sldId="290"/>
            <ac:picMk id="13" creationId="{981E72A4-9E77-8AEB-9762-C8BF94B3E889}"/>
          </ac:picMkLst>
        </pc:picChg>
        <pc:picChg chg="add mod">
          <ac:chgData name="Guest User" userId="" providerId="Windows Live" clId="Web-{22151C2E-BD59-45B7-F6D7-276F4C5BBCEB}" dt="2026-09-10T15:53:38.467" v="88" actId="1076"/>
          <ac:picMkLst>
            <pc:docMk/>
            <pc:sldMk cId="1008775159" sldId="290"/>
            <ac:picMk id="15" creationId="{4DD0211B-45D8-AF8E-B84C-D716CC79CABF}"/>
          </ac:picMkLst>
        </pc:picChg>
        <pc:picChg chg="add del mod">
          <ac:chgData name="Guest User" userId="" providerId="Windows Live" clId="Web-{22151C2E-BD59-45B7-F6D7-276F4C5BBCEB}" dt="2026-09-10T15:53:03.511" v="78"/>
          <ac:picMkLst>
            <pc:docMk/>
            <pc:sldMk cId="1008775159" sldId="290"/>
            <ac:picMk id="16" creationId="{725195D7-AE3F-D230-1626-FE7AA17EAEF2}"/>
          </ac:picMkLst>
        </pc:picChg>
        <pc:picChg chg="add del mod">
          <ac:chgData name="Guest User" userId="" providerId="Windows Live" clId="Web-{22151C2E-BD59-45B7-F6D7-276F4C5BBCEB}" dt="2026-09-10T15:53:19.560" v="84"/>
          <ac:picMkLst>
            <pc:docMk/>
            <pc:sldMk cId="1008775159" sldId="290"/>
            <ac:picMk id="17" creationId="{4538A144-5369-7BAA-925B-F3AFCAA7F04D}"/>
          </ac:picMkLst>
        </pc:picChg>
        <pc:picChg chg="add mod">
          <ac:chgData name="Guest User" userId="" providerId="Windows Live" clId="Web-{22151C2E-BD59-45B7-F6D7-276F4C5BBCEB}" dt="2026-09-10T15:54:57.004" v="95" actId="1076"/>
          <ac:picMkLst>
            <pc:docMk/>
            <pc:sldMk cId="1008775159" sldId="290"/>
            <ac:picMk id="18" creationId="{904D0D20-244A-FD5C-36F3-087D3A64EBA8}"/>
          </ac:picMkLst>
        </pc:picChg>
        <pc:picChg chg="add mod">
          <ac:chgData name="Guest User" userId="" providerId="Windows Live" clId="Web-{22151C2E-BD59-45B7-F6D7-276F4C5BBCEB}" dt="2026-09-10T15:54:44.144" v="92" actId="1076"/>
          <ac:picMkLst>
            <pc:docMk/>
            <pc:sldMk cId="1008775159" sldId="290"/>
            <ac:picMk id="19" creationId="{1A66AFBF-0FCA-8497-5E09-397CFE5BF4F9}"/>
          </ac:picMkLst>
        </pc:picChg>
      </pc:sldChg>
      <pc:sldChg chg="modSp">
        <pc:chgData name="Guest User" userId="" providerId="Windows Live" clId="Web-{22151C2E-BD59-45B7-F6D7-276F4C5BBCEB}" dt="2026-09-10T17:19:02.669" v="271" actId="20577"/>
        <pc:sldMkLst>
          <pc:docMk/>
          <pc:sldMk cId="3340319610" sldId="291"/>
        </pc:sldMkLst>
        <pc:spChg chg="mod">
          <ac:chgData name="Guest User" userId="" providerId="Windows Live" clId="Web-{22151C2E-BD59-45B7-F6D7-276F4C5BBCEB}" dt="2026-09-10T17:19:02.669" v="271" actId="20577"/>
          <ac:spMkLst>
            <pc:docMk/>
            <pc:sldMk cId="3340319610" sldId="291"/>
            <ac:spMk id="2" creationId="{00000000-0000-0000-0000-000000000000}"/>
          </ac:spMkLst>
        </pc:spChg>
      </pc:sldChg>
      <pc:sldChg chg="addSp modSp new ord">
        <pc:chgData name="Guest User" userId="" providerId="Windows Live" clId="Web-{22151C2E-BD59-45B7-F6D7-276F4C5BBCEB}" dt="2026-09-10T16:28:14.814" v="124"/>
        <pc:sldMkLst>
          <pc:docMk/>
          <pc:sldMk cId="1617350410" sldId="296"/>
        </pc:sldMkLst>
        <pc:picChg chg="add mod">
          <ac:chgData name="Guest User" userId="" providerId="Windows Live" clId="Web-{22151C2E-BD59-45B7-F6D7-276F4C5BBCEB}" dt="2026-09-10T16:28:07.266" v="122"/>
          <ac:picMkLst>
            <pc:docMk/>
            <pc:sldMk cId="1617350410" sldId="296"/>
            <ac:picMk id="3" creationId="{02959BE7-E5C7-4964-40F4-35E1CE9F4C09}"/>
          </ac:picMkLst>
        </pc:picChg>
      </pc:sldChg>
      <pc:sldChg chg="addSp modSp new mod modClrScheme chgLayout">
        <pc:chgData name="Guest User" userId="" providerId="Windows Live" clId="Web-{22151C2E-BD59-45B7-F6D7-276F4C5BBCEB}" dt="2026-09-10T16:31:15.765" v="131" actId="14100"/>
        <pc:sldMkLst>
          <pc:docMk/>
          <pc:sldMk cId="1464480547" sldId="298"/>
        </pc:sldMkLst>
        <pc:spChg chg="mod ord">
          <ac:chgData name="Guest User" userId="" providerId="Windows Live" clId="Web-{22151C2E-BD59-45B7-F6D7-276F4C5BBCEB}" dt="2026-09-10T16:31:04.905" v="129"/>
          <ac:spMkLst>
            <pc:docMk/>
            <pc:sldMk cId="1464480547" sldId="298"/>
            <ac:spMk id="2" creationId="{5C2E913C-286C-16C0-F932-2DA01F9061AD}"/>
          </ac:spMkLst>
        </pc:spChg>
        <pc:picChg chg="add mod">
          <ac:chgData name="Guest User" userId="" providerId="Windows Live" clId="Web-{22151C2E-BD59-45B7-F6D7-276F4C5BBCEB}" dt="2026-09-10T16:31:15.765" v="131" actId="14100"/>
          <ac:picMkLst>
            <pc:docMk/>
            <pc:sldMk cId="1464480547" sldId="298"/>
            <ac:picMk id="3" creationId="{0B4C0F83-8B08-0597-9EF1-76D9BD97AF9F}"/>
          </ac:picMkLst>
        </pc:picChg>
      </pc:sldChg>
    </pc:docChg>
  </pc:docChgLst>
  <pc:docChgLst>
    <pc:chgData name="Guest User" providerId="Windows Live" clId="Web-{2FD31C94-E5C3-672B-BB4A-E532AAD20974}"/>
    <pc:docChg chg="modSld">
      <pc:chgData name="Guest User" userId="" providerId="Windows Live" clId="Web-{2FD31C94-E5C3-672B-BB4A-E532AAD20974}" dt="2026-09-10T16:57:31.256" v="0" actId="20577"/>
      <pc:docMkLst>
        <pc:docMk/>
      </pc:docMkLst>
      <pc:sldChg chg="modSp">
        <pc:chgData name="Guest User" userId="" providerId="Windows Live" clId="Web-{2FD31C94-E5C3-672B-BB4A-E532AAD20974}" dt="2026-09-10T16:57:31.256" v="0" actId="20577"/>
        <pc:sldMkLst>
          <pc:docMk/>
          <pc:sldMk cId="365236338" sldId="297"/>
        </pc:sldMkLst>
        <pc:graphicFrameChg chg="modGraphic">
          <ac:chgData name="Guest User" userId="" providerId="Windows Live" clId="Web-{2FD31C94-E5C3-672B-BB4A-E532AAD20974}" dt="2026-09-10T16:57:31.256" v="0" actId="20577"/>
          <ac:graphicFrameMkLst>
            <pc:docMk/>
            <pc:sldMk cId="365236338" sldId="297"/>
            <ac:graphicFrameMk id="8" creationId="{10E25A72-5E7E-7292-755A-DFC6A7280060}"/>
          </ac:graphicFrameMkLst>
        </pc:graphicFrameChg>
      </pc:sldChg>
    </pc:docChg>
  </pc:docChgLst>
  <pc:docChgLst>
    <pc:chgData name="Guest User" providerId="Windows Live" clId="Web-{F0FF6930-644C-416C-3562-6DE149283C2B}"/>
    <pc:docChg chg="addSld modSld">
      <pc:chgData name="Guest User" userId="" providerId="Windows Live" clId="Web-{F0FF6930-644C-416C-3562-6DE149283C2B}" dt="2026-09-10T17:31:26.672" v="69"/>
      <pc:docMkLst>
        <pc:docMk/>
      </pc:docMkLst>
      <pc:sldChg chg="addSp modSp">
        <pc:chgData name="Guest User" userId="" providerId="Windows Live" clId="Web-{F0FF6930-644C-416C-3562-6DE149283C2B}" dt="2026-09-10T17:26:04.282" v="57" actId="1076"/>
        <pc:sldMkLst>
          <pc:docMk/>
          <pc:sldMk cId="2908386653" sldId="294"/>
        </pc:sldMkLst>
        <pc:spChg chg="mod">
          <ac:chgData name="Guest User" userId="" providerId="Windows Live" clId="Web-{F0FF6930-644C-416C-3562-6DE149283C2B}" dt="2026-09-10T17:19:11.486" v="10" actId="20577"/>
          <ac:spMkLst>
            <pc:docMk/>
            <pc:sldMk cId="2908386653" sldId="294"/>
            <ac:spMk id="5" creationId="{E19B4BFD-A61C-0140-62E6-91B1B166B2C5}"/>
          </ac:spMkLst>
        </pc:spChg>
        <pc:spChg chg="mod">
          <ac:chgData name="Guest User" userId="" providerId="Windows Live" clId="Web-{F0FF6930-644C-416C-3562-6DE149283C2B}" dt="2026-09-10T17:20:25.501" v="29" actId="20577"/>
          <ac:spMkLst>
            <pc:docMk/>
            <pc:sldMk cId="2908386653" sldId="294"/>
            <ac:spMk id="6" creationId="{A5366E6F-5ED1-C6B7-A337-1221AFBC9F39}"/>
          </ac:spMkLst>
        </pc:spChg>
        <pc:picChg chg="add mod">
          <ac:chgData name="Guest User" userId="" providerId="Windows Live" clId="Web-{F0FF6930-644C-416C-3562-6DE149283C2B}" dt="2026-09-10T17:26:04.282" v="57" actId="1076"/>
          <ac:picMkLst>
            <pc:docMk/>
            <pc:sldMk cId="2908386653" sldId="294"/>
            <ac:picMk id="2" creationId="{A0F5494A-9EBA-224F-AF37-BBC69F656167}"/>
          </ac:picMkLst>
        </pc:picChg>
      </pc:sldChg>
      <pc:sldChg chg="addSp delSp modSp new">
        <pc:chgData name="Guest User" userId="" providerId="Windows Live" clId="Web-{F0FF6930-644C-416C-3562-6DE149283C2B}" dt="2026-09-10T17:27:14.422" v="68" actId="1076"/>
        <pc:sldMkLst>
          <pc:docMk/>
          <pc:sldMk cId="2436682731" sldId="299"/>
        </pc:sldMkLst>
        <pc:spChg chg="mod">
          <ac:chgData name="Guest User" userId="" providerId="Windows Live" clId="Web-{F0FF6930-644C-416C-3562-6DE149283C2B}" dt="2026-09-10T17:21:42.376" v="38" actId="14100"/>
          <ac:spMkLst>
            <pc:docMk/>
            <pc:sldMk cId="2436682731" sldId="299"/>
            <ac:spMk id="2" creationId="{C95DB6E9-4FD2-CBD2-3A12-6B373E9D3B16}"/>
          </ac:spMkLst>
        </pc:spChg>
        <pc:spChg chg="add del">
          <ac:chgData name="Guest User" userId="" providerId="Windows Live" clId="Web-{F0FF6930-644C-416C-3562-6DE149283C2B}" dt="2026-09-10T17:22:14.298" v="40"/>
          <ac:spMkLst>
            <pc:docMk/>
            <pc:sldMk cId="2436682731" sldId="299"/>
            <ac:spMk id="4" creationId="{9A237E2C-B089-67BF-1968-D96F62E25457}"/>
          </ac:spMkLst>
        </pc:spChg>
        <pc:spChg chg="add mod">
          <ac:chgData name="Guest User" userId="" providerId="Windows Live" clId="Web-{F0FF6930-644C-416C-3562-6DE149283C2B}" dt="2026-09-10T17:27:03.891" v="64" actId="14100"/>
          <ac:spMkLst>
            <pc:docMk/>
            <pc:sldMk cId="2436682731" sldId="299"/>
            <ac:spMk id="5" creationId="{0D7309A9-D9FA-228F-2783-3F44193909E4}"/>
          </ac:spMkLst>
        </pc:spChg>
        <pc:picChg chg="add mod">
          <ac:chgData name="Guest User" userId="" providerId="Windows Live" clId="Web-{F0FF6930-644C-416C-3562-6DE149283C2B}" dt="2026-09-10T17:27:14.422" v="68" actId="1076"/>
          <ac:picMkLst>
            <pc:docMk/>
            <pc:sldMk cId="2436682731" sldId="299"/>
            <ac:picMk id="6" creationId="{E94982D6-BDAC-3717-C7E7-4C36C5A9BE4B}"/>
          </ac:picMkLst>
        </pc:picChg>
      </pc:sldChg>
      <pc:sldChg chg="new">
        <pc:chgData name="Guest User" userId="" providerId="Windows Live" clId="Web-{F0FF6930-644C-416C-3562-6DE149283C2B}" dt="2026-09-10T17:31:26.672" v="69"/>
        <pc:sldMkLst>
          <pc:docMk/>
          <pc:sldMk cId="855728128" sldId="300"/>
        </pc:sldMkLst>
      </pc:sldChg>
    </pc:docChg>
  </pc:docChgLst>
  <pc:docChgLst>
    <pc:chgData name="Guest User" providerId="Windows Live" clId="Web-{416FCB6D-DCCF-53D1-8DBB-E3A489918866}"/>
    <pc:docChg chg="addSld delSld modSld sldOrd">
      <pc:chgData name="Guest User" userId="" providerId="Windows Live" clId="Web-{416FCB6D-DCCF-53D1-8DBB-E3A489918866}" dt="2026-09-10T15:36:35.521" v="75"/>
      <pc:docMkLst>
        <pc:docMk/>
      </pc:docMkLst>
      <pc:sldChg chg="addSp modSp mod ord setBg">
        <pc:chgData name="Guest User" userId="" providerId="Windows Live" clId="Web-{416FCB6D-DCCF-53D1-8DBB-E3A489918866}" dt="2026-09-10T15:33:55.817" v="74" actId="1076"/>
        <pc:sldMkLst>
          <pc:docMk/>
          <pc:sldMk cId="3229194105" sldId="287"/>
        </pc:sldMkLst>
        <pc:spChg chg="mod">
          <ac:chgData name="Guest User" userId="" providerId="Windows Live" clId="Web-{416FCB6D-DCCF-53D1-8DBB-E3A489918866}" dt="2026-09-10T15:33:51.004" v="73" actId="1076"/>
          <ac:spMkLst>
            <pc:docMk/>
            <pc:sldMk cId="3229194105" sldId="287"/>
            <ac:spMk id="3" creationId="{E7E2C7D9-2C67-FD1F-D661-EE68FBB80C91}"/>
          </ac:spMkLst>
        </pc:spChg>
        <pc:spChg chg="mod ord">
          <ac:chgData name="Guest User" userId="" providerId="Windows Live" clId="Web-{416FCB6D-DCCF-53D1-8DBB-E3A489918866}" dt="2026-09-10T15:26:49.126" v="4"/>
          <ac:spMkLst>
            <pc:docMk/>
            <pc:sldMk cId="3229194105" sldId="287"/>
            <ac:spMk id="4" creationId="{00000000-0000-0000-0000-000000000000}"/>
          </ac:spMkLst>
        </pc:spChg>
        <pc:spChg chg="mod">
          <ac:chgData name="Guest User" userId="" providerId="Windows Live" clId="Web-{416FCB6D-DCCF-53D1-8DBB-E3A489918866}" dt="2026-09-10T15:27:36.329" v="23" actId="20577"/>
          <ac:spMkLst>
            <pc:docMk/>
            <pc:sldMk cId="3229194105" sldId="287"/>
            <ac:spMk id="5" creationId="{00000000-0000-0000-0000-000000000000}"/>
          </ac:spMkLst>
        </pc:spChg>
        <pc:spChg chg="add mod">
          <ac:chgData name="Guest User" userId="" providerId="Windows Live" clId="Web-{416FCB6D-DCCF-53D1-8DBB-E3A489918866}" dt="2026-09-10T15:33:55.817" v="74" actId="1076"/>
          <ac:spMkLst>
            <pc:docMk/>
            <pc:sldMk cId="3229194105" sldId="287"/>
            <ac:spMk id="6" creationId="{DC813D3D-0E73-5E6A-1633-3170B0A4E264}"/>
          </ac:spMkLst>
        </pc:spChg>
        <pc:grpChg chg="add">
          <ac:chgData name="Guest User" userId="" providerId="Windows Live" clId="Web-{416FCB6D-DCCF-53D1-8DBB-E3A489918866}" dt="2026-09-10T15:26:49.126" v="4"/>
          <ac:grpSpMkLst>
            <pc:docMk/>
            <pc:sldMk cId="3229194105" sldId="287"/>
            <ac:grpSpMk id="10" creationId="{6258F736-B256-8039-9DC6-F4E49A5C5AD5}"/>
          </ac:grpSpMkLst>
        </pc:grpChg>
        <pc:picChg chg="add mod">
          <ac:chgData name="Guest User" userId="" providerId="Windows Live" clId="Web-{416FCB6D-DCCF-53D1-8DBB-E3A489918866}" dt="2026-09-10T15:33:37.254" v="68" actId="1076"/>
          <ac:picMkLst>
            <pc:docMk/>
            <pc:sldMk cId="3229194105" sldId="287"/>
            <ac:picMk id="2" creationId="{2A25053D-26C1-A7A6-8743-D46C565E4550}"/>
          </ac:picMkLst>
        </pc:picChg>
      </pc:sldChg>
      <pc:sldChg chg="modSp new del">
        <pc:chgData name="Guest User" userId="" providerId="Windows Live" clId="Web-{416FCB6D-DCCF-53D1-8DBB-E3A489918866}" dt="2026-09-10T15:28:49.924" v="36"/>
        <pc:sldMkLst>
          <pc:docMk/>
          <pc:sldMk cId="787521738" sldId="295"/>
        </pc:sldMkLst>
        <pc:spChg chg="mod">
          <ac:chgData name="Guest User" userId="" providerId="Windows Live" clId="Web-{416FCB6D-DCCF-53D1-8DBB-E3A489918866}" dt="2026-09-10T15:28:45.736" v="35" actId="20577"/>
          <ac:spMkLst>
            <pc:docMk/>
            <pc:sldMk cId="787521738" sldId="295"/>
            <ac:spMk id="2" creationId="{98018665-B085-0676-53F5-74DA0D6F4896}"/>
          </ac:spMkLst>
        </pc:spChg>
      </pc:sldChg>
      <pc:sldChg chg="new">
        <pc:chgData name="Guest User" userId="" providerId="Windows Live" clId="Web-{416FCB6D-DCCF-53D1-8DBB-E3A489918866}" dt="2026-09-10T15:36:35.521" v="75"/>
        <pc:sldMkLst>
          <pc:docMk/>
          <pc:sldMk cId="2444972175" sldId="29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536221" y="228600"/>
            <a:ext cx="4336815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solidFill>
                <a:srgbClr val="5C6670"/>
              </a:solidFill>
              <a:latin typeface="Arial"/>
              <a:cs typeface="Arial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536220" y="8544102"/>
            <a:ext cx="4195705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sz="800">
              <a:solidFill>
                <a:srgbClr val="5C6670"/>
              </a:solidFill>
              <a:latin typeface="Arial"/>
              <a:cs typeface="Arial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569185" y="8544102"/>
            <a:ext cx="76982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85D6C7-3014-BA41-BD83-1D0E54423B55}" type="slidenum">
              <a:rPr lang="en-US" sz="800" smtClean="0">
                <a:solidFill>
                  <a:srgbClr val="5C6670"/>
                </a:solidFill>
                <a:latin typeface="Arial"/>
                <a:cs typeface="Arial"/>
              </a:rPr>
              <a:t>‹#›</a:t>
            </a:fld>
            <a:endParaRPr lang="en-US" sz="800">
              <a:solidFill>
                <a:srgbClr val="5C6670"/>
              </a:solidFill>
              <a:latin typeface="Arial"/>
              <a:cs typeface="Arial"/>
            </a:endParaRPr>
          </a:p>
        </p:txBody>
      </p:sp>
      <p:pic>
        <p:nvPicPr>
          <p:cNvPr id="6" name="Picture 5" descr="Logo_COLOR Clr. ci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3647" y="274636"/>
            <a:ext cx="875358" cy="36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13323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/>
              </a:defRPr>
            </a:lvl1pPr>
          </a:lstStyle>
          <a:p>
            <a:fld id="{2C049366-A22C-E940-8DC3-0CF6D071F16B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/>
              </a:defRPr>
            </a:lvl1pPr>
          </a:lstStyle>
          <a:p>
            <a:fld id="{1A326543-B50F-9048-99FD-07D9AB910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7218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326543-B50F-9048-99FD-07D9AB910C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3830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 b="1">
                <a:solidFill>
                  <a:srgbClr val="1F2328"/>
                </a:solidFill>
                <a:highlight>
                  <a:srgbClr val="FFFFFF"/>
                </a:highlight>
              </a:rPr>
              <a:t>The API Migration Chasm:</a:t>
            </a:r>
            <a:r>
              <a:rPr lang="en-US">
                <a:solidFill>
                  <a:srgbClr val="1F2328"/>
                </a:solidFill>
                <a:highlight>
                  <a:srgbClr val="FFFFFF"/>
                </a:highlight>
              </a:rPr>
              <a:t> MISO is retiring legacy public CSV reports (rt_lmp_final.csv), leaving external developers struggling to recreate automated pipelines.</a:t>
            </a:r>
            <a:endParaRPr lang="en-US"/>
          </a:p>
          <a:p>
            <a:pPr marL="171450" indent="-171450">
              <a:buFont typeface="Arial,Sans-Serif"/>
              <a:buChar char="•"/>
            </a:pPr>
            <a:r>
              <a:rPr lang="en-US" b="1">
                <a:solidFill>
                  <a:srgbClr val="1F2328"/>
                </a:solidFill>
                <a:highlight>
                  <a:srgbClr val="FFFFFF"/>
                </a:highlight>
              </a:rPr>
              <a:t>The Manual Support Drain:</a:t>
            </a:r>
            <a:r>
              <a:rPr lang="en-US">
                <a:solidFill>
                  <a:srgbClr val="1F2328"/>
                </a:solidFill>
                <a:highlight>
                  <a:srgbClr val="FFFFFF"/>
                </a:highlight>
              </a:rPr>
              <a:t> Over 12,500 routine data request tickets flood MISO staff annually, taking 24–72 hours to resolve manually and costing MISO $3.75M each year.</a:t>
            </a:r>
            <a:endParaRPr lang="en-US">
              <a:solidFill>
                <a:srgbClr val="444444"/>
              </a:solidFill>
              <a:highlight>
                <a:srgbClr val="FFFFFF"/>
              </a:highlight>
            </a:endParaRPr>
          </a:p>
          <a:p>
            <a:pPr marL="171450" indent="-171450">
              <a:buFont typeface="Arial"/>
              <a:buChar char="•"/>
            </a:pPr>
            <a:r>
              <a:rPr lang="en-US" b="1">
                <a:solidFill>
                  <a:srgbClr val="1F2328"/>
                </a:solidFill>
                <a:highlight>
                  <a:srgbClr val="FFFFFF"/>
                </a:highlight>
              </a:rPr>
              <a:t>The High Barrier to Entry:</a:t>
            </a:r>
            <a:r>
              <a:rPr lang="en-US">
                <a:solidFill>
                  <a:srgbClr val="1F2328"/>
                </a:solidFill>
                <a:highlight>
                  <a:srgbClr val="FFFFFF"/>
                </a:highlight>
              </a:rPr>
              <a:t> 75+ impenetrable acronyms (LMP, CONE, PRA, MTEP, JTIQ, ICCP) confuse municipal co-ops, clean energy developers, and state regulators.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326543-B50F-9048-99FD-07D9AB910C34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590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sosceles Triangle 4"/>
          <p:cNvSpPr/>
          <p:nvPr userDrawn="1"/>
        </p:nvSpPr>
        <p:spPr>
          <a:xfrm rot="16200000">
            <a:off x="2386457" y="-1614046"/>
            <a:ext cx="5143502" cy="8371587"/>
          </a:xfrm>
          <a:prstGeom prst="triangle">
            <a:avLst>
              <a:gd name="adj" fmla="val 50439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Arial"/>
            </a:endParaRP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F8F82A86-1BF3-7D48-8BA7-58C04305F32B}"/>
              </a:ext>
            </a:extLst>
          </p:cNvPr>
          <p:cNvSpPr/>
          <p:nvPr userDrawn="1"/>
        </p:nvSpPr>
        <p:spPr>
          <a:xfrm>
            <a:off x="-2" y="0"/>
            <a:ext cx="4323647" cy="5143500"/>
          </a:xfrm>
          <a:custGeom>
            <a:avLst/>
            <a:gdLst>
              <a:gd name="connsiteX0" fmla="*/ 0 w 4323647"/>
              <a:gd name="connsiteY0" fmla="*/ 0 h 5143500"/>
              <a:gd name="connsiteX1" fmla="*/ 4323647 w 4323647"/>
              <a:gd name="connsiteY1" fmla="*/ 0 h 5143500"/>
              <a:gd name="connsiteX2" fmla="*/ 255013 w 4323647"/>
              <a:gd name="connsiteY2" fmla="*/ 5143500 h 5143500"/>
              <a:gd name="connsiteX3" fmla="*/ 0 w 4323647"/>
              <a:gd name="connsiteY3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3647" h="5143500">
                <a:moveTo>
                  <a:pt x="0" y="0"/>
                </a:moveTo>
                <a:lnTo>
                  <a:pt x="4323647" y="0"/>
                </a:lnTo>
                <a:lnTo>
                  <a:pt x="255013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57B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Right Triangle 8"/>
          <p:cNvSpPr/>
          <p:nvPr/>
        </p:nvSpPr>
        <p:spPr>
          <a:xfrm rot="5400000">
            <a:off x="-726841" y="726839"/>
            <a:ext cx="5143503" cy="3689823"/>
          </a:xfrm>
          <a:prstGeom prst="rtTriangle">
            <a:avLst/>
          </a:prstGeom>
          <a:solidFill>
            <a:srgbClr val="0082CA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Arial"/>
            </a:endParaRP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6381345" y="3220372"/>
            <a:ext cx="2348070" cy="664208"/>
          </a:xfrm>
        </p:spPr>
        <p:txBody>
          <a:bodyPr>
            <a:normAutofit/>
          </a:bodyPr>
          <a:lstStyle>
            <a:lvl1pPr marL="0" indent="0" algn="r">
              <a:buNone/>
              <a:defRPr sz="1600" b="1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3402992" y="1992887"/>
            <a:ext cx="5326422" cy="1102519"/>
          </a:xfrm>
        </p:spPr>
        <p:txBody>
          <a:bodyPr anchor="ctr">
            <a:noAutofit/>
          </a:bodyPr>
          <a:lstStyle>
            <a:lvl1pPr algn="r">
              <a:lnSpc>
                <a:spcPct val="90000"/>
              </a:lnSpc>
              <a:defRPr sz="36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Presentation Title</a:t>
            </a: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1702311" y="1634018"/>
            <a:ext cx="1762604" cy="1764792"/>
            <a:chOff x="1702311" y="1634018"/>
            <a:chExt cx="1762604" cy="1764792"/>
          </a:xfrm>
        </p:grpSpPr>
        <p:sp>
          <p:nvSpPr>
            <p:cNvPr id="12" name="Oval 11"/>
            <p:cNvSpPr/>
            <p:nvPr userDrawn="1"/>
          </p:nvSpPr>
          <p:spPr>
            <a:xfrm>
              <a:off x="1702311" y="1634018"/>
              <a:ext cx="1762604" cy="176479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/>
              </a:endParaRPr>
            </a:p>
          </p:txBody>
        </p:sp>
        <p:pic>
          <p:nvPicPr>
            <p:cNvPr id="16" name="Picture 15" descr="MISO Icon Only.png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9802" y="1764820"/>
              <a:ext cx="1507623" cy="1503188"/>
            </a:xfrm>
            <a:prstGeom prst="rect">
              <a:avLst/>
            </a:prstGeom>
          </p:spPr>
        </p:pic>
      </p:grpSp>
      <p:pic>
        <p:nvPicPr>
          <p:cNvPr id="18" name="Picture 17" descr="MISO Logo - White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55" y="2237201"/>
            <a:ext cx="1210619" cy="51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88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950" y="1158843"/>
            <a:ext cx="8696526" cy="3435779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A831B688-59B0-2941-88A8-63EB5CF41C8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0" y="4669610"/>
            <a:ext cx="9144000" cy="0"/>
          </a:xfrm>
          <a:prstGeom prst="line">
            <a:avLst/>
          </a:prstGeom>
          <a:ln>
            <a:solidFill>
              <a:srgbClr val="0082C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7226392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A831B688-59B0-2941-88A8-63EB5CF41C8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0" y="4669610"/>
            <a:ext cx="9144000" cy="0"/>
          </a:xfrm>
          <a:prstGeom prst="line">
            <a:avLst/>
          </a:prstGeom>
          <a:ln>
            <a:solidFill>
              <a:srgbClr val="0082C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5289663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31B688-59B0-2941-88A8-63EB5CF41C8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0" y="4669610"/>
            <a:ext cx="9144000" cy="0"/>
          </a:xfrm>
          <a:prstGeom prst="line">
            <a:avLst/>
          </a:prstGeom>
          <a:ln>
            <a:solidFill>
              <a:srgbClr val="0082C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6334057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Plain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9950" y="1154886"/>
            <a:ext cx="4255850" cy="3394472"/>
          </a:xfrm>
        </p:spPr>
        <p:txBody>
          <a:bodyPr>
            <a:normAutofit/>
          </a:bodyPr>
          <a:lstStyle>
            <a:lvl1pPr>
              <a:defRPr sz="2400"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18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54886"/>
            <a:ext cx="4255850" cy="3394472"/>
          </a:xfrm>
        </p:spPr>
        <p:txBody>
          <a:bodyPr>
            <a:normAutofit/>
          </a:bodyPr>
          <a:lstStyle>
            <a:lvl1pPr>
              <a:defRPr sz="2400"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18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A831B688-59B0-2941-88A8-63EB5CF41C8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4669610"/>
            <a:ext cx="9144000" cy="0"/>
          </a:xfrm>
          <a:prstGeom prst="line">
            <a:avLst/>
          </a:prstGeom>
          <a:ln>
            <a:solidFill>
              <a:srgbClr val="0082C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8861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9144000" cy="998220"/>
          </a:xfrm>
          <a:prstGeom prst="rect">
            <a:avLst/>
          </a:prstGeom>
          <a:solidFill>
            <a:schemeClr val="accent1"/>
          </a:solidFill>
          <a:ln>
            <a:solidFill>
              <a:srgbClr val="0082CA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949" y="1"/>
            <a:ext cx="8696527" cy="99822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950" y="1149789"/>
            <a:ext cx="8696526" cy="3444833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A831B688-59B0-2941-88A8-63EB5CF41C8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4669610"/>
            <a:ext cx="9144000" cy="0"/>
          </a:xfrm>
          <a:prstGeom prst="line">
            <a:avLst/>
          </a:prstGeom>
          <a:ln>
            <a:solidFill>
              <a:srgbClr val="0082C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0867632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Plain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0"/>
            <a:ext cx="9144000" cy="998220"/>
          </a:xfrm>
          <a:prstGeom prst="rect">
            <a:avLst/>
          </a:prstGeom>
          <a:solidFill>
            <a:schemeClr val="accent1"/>
          </a:solidFill>
          <a:ln>
            <a:solidFill>
              <a:srgbClr val="0082CA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949" y="1"/>
            <a:ext cx="8696527" cy="99822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9949" y="1145833"/>
            <a:ext cx="4255851" cy="3394472"/>
          </a:xfrm>
        </p:spPr>
        <p:txBody>
          <a:bodyPr>
            <a:normAutofit/>
          </a:bodyPr>
          <a:lstStyle>
            <a:lvl1pPr>
              <a:defRPr sz="2400"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18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5833"/>
            <a:ext cx="4288276" cy="3394472"/>
          </a:xfrm>
        </p:spPr>
        <p:txBody>
          <a:bodyPr>
            <a:normAutofit/>
          </a:bodyPr>
          <a:lstStyle>
            <a:lvl1pPr>
              <a:defRPr sz="2400"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18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A831B688-59B0-2941-88A8-63EB5CF41C8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0" y="4669610"/>
            <a:ext cx="9144000" cy="0"/>
          </a:xfrm>
          <a:prstGeom prst="line">
            <a:avLst/>
          </a:prstGeom>
          <a:ln>
            <a:solidFill>
              <a:srgbClr val="0082C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988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c Summary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 userDrawn="1"/>
        </p:nvCxnSpPr>
        <p:spPr>
          <a:xfrm>
            <a:off x="0" y="4669610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reeform 18">
            <a:extLst>
              <a:ext uri="{FF2B5EF4-FFF2-40B4-BE49-F238E27FC236}">
                <a16:creationId xmlns:a16="http://schemas.microsoft.com/office/drawing/2014/main" id="{B5F9AE7A-5112-EC4E-B213-2FEB8DB91B68}"/>
              </a:ext>
            </a:extLst>
          </p:cNvPr>
          <p:cNvSpPr/>
          <p:nvPr userDrawn="1"/>
        </p:nvSpPr>
        <p:spPr>
          <a:xfrm>
            <a:off x="-2" y="0"/>
            <a:ext cx="4323647" cy="5143500"/>
          </a:xfrm>
          <a:custGeom>
            <a:avLst/>
            <a:gdLst>
              <a:gd name="connsiteX0" fmla="*/ 0 w 4323647"/>
              <a:gd name="connsiteY0" fmla="*/ 0 h 5143500"/>
              <a:gd name="connsiteX1" fmla="*/ 4323647 w 4323647"/>
              <a:gd name="connsiteY1" fmla="*/ 0 h 5143500"/>
              <a:gd name="connsiteX2" fmla="*/ 255013 w 4323647"/>
              <a:gd name="connsiteY2" fmla="*/ 5143500 h 5143500"/>
              <a:gd name="connsiteX3" fmla="*/ 0 w 4323647"/>
              <a:gd name="connsiteY3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3647" h="5143500">
                <a:moveTo>
                  <a:pt x="0" y="0"/>
                </a:moveTo>
                <a:lnTo>
                  <a:pt x="4323647" y="0"/>
                </a:lnTo>
                <a:lnTo>
                  <a:pt x="255013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57B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20" name="Right Triangle 19">
            <a:extLst>
              <a:ext uri="{FF2B5EF4-FFF2-40B4-BE49-F238E27FC236}">
                <a16:creationId xmlns:a16="http://schemas.microsoft.com/office/drawing/2014/main" id="{E533C877-4D28-FD43-9970-952928FCD792}"/>
              </a:ext>
            </a:extLst>
          </p:cNvPr>
          <p:cNvSpPr/>
          <p:nvPr userDrawn="1"/>
        </p:nvSpPr>
        <p:spPr>
          <a:xfrm rot="5400000">
            <a:off x="-726841" y="726839"/>
            <a:ext cx="5143503" cy="3689823"/>
          </a:xfrm>
          <a:prstGeom prst="rtTriangle">
            <a:avLst/>
          </a:prstGeom>
          <a:solidFill>
            <a:srgbClr val="0082CA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005263" y="1114425"/>
            <a:ext cx="4686300" cy="3342085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A831B688-59B0-2941-88A8-63EB5CF41C8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 hasCustomPrompt="1"/>
          </p:nvPr>
        </p:nvSpPr>
        <p:spPr>
          <a:xfrm>
            <a:off x="346334" y="488908"/>
            <a:ext cx="2522689" cy="106406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/>
              <a:t>Executive Summary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1702311" y="1634018"/>
            <a:ext cx="1762604" cy="1764792"/>
            <a:chOff x="1702311" y="1634018"/>
            <a:chExt cx="1762604" cy="1764792"/>
          </a:xfrm>
        </p:grpSpPr>
        <p:sp>
          <p:nvSpPr>
            <p:cNvPr id="13" name="Oval 12"/>
            <p:cNvSpPr/>
            <p:nvPr userDrawn="1"/>
          </p:nvSpPr>
          <p:spPr>
            <a:xfrm>
              <a:off x="1702311" y="1634018"/>
              <a:ext cx="1762604" cy="176479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+mn-lt"/>
              </a:endParaRPr>
            </a:p>
          </p:txBody>
        </p:sp>
        <p:pic>
          <p:nvPicPr>
            <p:cNvPr id="15" name="Picture 14" descr="MISO Icon Only.png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9802" y="1764820"/>
              <a:ext cx="1507623" cy="15031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75657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c 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 userDrawn="1"/>
        </p:nvCxnSpPr>
        <p:spPr>
          <a:xfrm>
            <a:off x="0" y="4669610"/>
            <a:ext cx="9144000" cy="0"/>
          </a:xfrm>
          <a:prstGeom prst="line">
            <a:avLst/>
          </a:prstGeom>
          <a:ln>
            <a:solidFill>
              <a:srgbClr val="0082C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 userDrawn="1"/>
        </p:nvSpPr>
        <p:spPr>
          <a:xfrm>
            <a:off x="2783840" y="548641"/>
            <a:ext cx="6360160" cy="998220"/>
          </a:xfrm>
          <a:prstGeom prst="rect">
            <a:avLst/>
          </a:prstGeom>
          <a:solidFill>
            <a:srgbClr val="C1E9FF">
              <a:alpha val="38824"/>
            </a:srgb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4F66E95-BE08-DB4B-BCEE-8813220A2311}"/>
              </a:ext>
            </a:extLst>
          </p:cNvPr>
          <p:cNvSpPr/>
          <p:nvPr userDrawn="1"/>
        </p:nvSpPr>
        <p:spPr>
          <a:xfrm>
            <a:off x="-2" y="0"/>
            <a:ext cx="4323647" cy="5143500"/>
          </a:xfrm>
          <a:custGeom>
            <a:avLst/>
            <a:gdLst>
              <a:gd name="connsiteX0" fmla="*/ 0 w 4323647"/>
              <a:gd name="connsiteY0" fmla="*/ 0 h 5143500"/>
              <a:gd name="connsiteX1" fmla="*/ 4323647 w 4323647"/>
              <a:gd name="connsiteY1" fmla="*/ 0 h 5143500"/>
              <a:gd name="connsiteX2" fmla="*/ 255013 w 4323647"/>
              <a:gd name="connsiteY2" fmla="*/ 5143500 h 5143500"/>
              <a:gd name="connsiteX3" fmla="*/ 0 w 4323647"/>
              <a:gd name="connsiteY3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3647" h="5143500">
                <a:moveTo>
                  <a:pt x="0" y="0"/>
                </a:moveTo>
                <a:lnTo>
                  <a:pt x="4323647" y="0"/>
                </a:lnTo>
                <a:lnTo>
                  <a:pt x="255013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57B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19" name="Right Triangle 18">
            <a:extLst>
              <a:ext uri="{FF2B5EF4-FFF2-40B4-BE49-F238E27FC236}">
                <a16:creationId xmlns:a16="http://schemas.microsoft.com/office/drawing/2014/main" id="{F071056D-F89C-B546-93E0-DF88627E547C}"/>
              </a:ext>
            </a:extLst>
          </p:cNvPr>
          <p:cNvSpPr/>
          <p:nvPr userDrawn="1"/>
        </p:nvSpPr>
        <p:spPr>
          <a:xfrm rot="5400000">
            <a:off x="-726841" y="726839"/>
            <a:ext cx="5143503" cy="3689823"/>
          </a:xfrm>
          <a:prstGeom prst="rtTriangle">
            <a:avLst/>
          </a:prstGeom>
          <a:solidFill>
            <a:srgbClr val="0082CA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A831B688-59B0-2941-88A8-63EB5CF41C8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itle 2"/>
          <p:cNvSpPr>
            <a:spLocks noGrp="1"/>
          </p:cNvSpPr>
          <p:nvPr>
            <p:ph type="title" hasCustomPrompt="1"/>
          </p:nvPr>
        </p:nvSpPr>
        <p:spPr>
          <a:xfrm>
            <a:off x="346334" y="488908"/>
            <a:ext cx="2522689" cy="106406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/>
              <a:t>Executive Summary</a:t>
            </a: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1702311" y="1634018"/>
            <a:ext cx="1762604" cy="1764792"/>
            <a:chOff x="1702311" y="1634018"/>
            <a:chExt cx="1762604" cy="1764792"/>
          </a:xfrm>
        </p:grpSpPr>
        <p:sp>
          <p:nvSpPr>
            <p:cNvPr id="15" name="Oval 14"/>
            <p:cNvSpPr/>
            <p:nvPr userDrawn="1"/>
          </p:nvSpPr>
          <p:spPr>
            <a:xfrm>
              <a:off x="1702311" y="1634018"/>
              <a:ext cx="1762604" cy="176479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+mn-lt"/>
              </a:endParaRPr>
            </a:p>
          </p:txBody>
        </p:sp>
        <p:pic>
          <p:nvPicPr>
            <p:cNvPr id="23" name="Picture 22" descr="MISO Icon Only.png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9802" y="1764820"/>
              <a:ext cx="1507623" cy="15031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34918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 userDrawn="1"/>
        </p:nvCxnSpPr>
        <p:spPr>
          <a:xfrm>
            <a:off x="0" y="4669610"/>
            <a:ext cx="9144000" cy="0"/>
          </a:xfrm>
          <a:prstGeom prst="line">
            <a:avLst/>
          </a:prstGeom>
          <a:ln>
            <a:solidFill>
              <a:srgbClr val="0082C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reeform 17">
            <a:extLst>
              <a:ext uri="{FF2B5EF4-FFF2-40B4-BE49-F238E27FC236}">
                <a16:creationId xmlns:a16="http://schemas.microsoft.com/office/drawing/2014/main" id="{CF391C6C-C106-9743-AA1E-C601AAFF168B}"/>
              </a:ext>
            </a:extLst>
          </p:cNvPr>
          <p:cNvSpPr/>
          <p:nvPr userDrawn="1"/>
        </p:nvSpPr>
        <p:spPr>
          <a:xfrm>
            <a:off x="4663866" y="2"/>
            <a:ext cx="4480135" cy="5143499"/>
          </a:xfrm>
          <a:custGeom>
            <a:avLst/>
            <a:gdLst>
              <a:gd name="connsiteX0" fmla="*/ 0 w 4480135"/>
              <a:gd name="connsiteY0" fmla="*/ 0 h 5143499"/>
              <a:gd name="connsiteX1" fmla="*/ 4480135 w 4480135"/>
              <a:gd name="connsiteY1" fmla="*/ 0 h 5143499"/>
              <a:gd name="connsiteX2" fmla="*/ 264244 w 4480135"/>
              <a:gd name="connsiteY2" fmla="*/ 5143499 h 5143499"/>
              <a:gd name="connsiteX3" fmla="*/ 0 w 4480135"/>
              <a:gd name="connsiteY3" fmla="*/ 5143499 h 5143499"/>
              <a:gd name="connsiteX4" fmla="*/ 0 w 4480135"/>
              <a:gd name="connsiteY4" fmla="*/ 0 h 5143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80135" h="5143499">
                <a:moveTo>
                  <a:pt x="0" y="0"/>
                </a:moveTo>
                <a:lnTo>
                  <a:pt x="4480135" y="0"/>
                </a:lnTo>
                <a:lnTo>
                  <a:pt x="264244" y="5143499"/>
                </a:lnTo>
                <a:lnTo>
                  <a:pt x="0" y="5143499"/>
                </a:lnTo>
                <a:lnTo>
                  <a:pt x="0" y="0"/>
                </a:lnTo>
                <a:close/>
              </a:path>
            </a:pathLst>
          </a:custGeom>
          <a:solidFill>
            <a:srgbClr val="57B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DF7B829C-2EE7-DC4D-975C-65FBE6CE48AA}"/>
              </a:ext>
            </a:extLst>
          </p:cNvPr>
          <p:cNvSpPr/>
          <p:nvPr/>
        </p:nvSpPr>
        <p:spPr>
          <a:xfrm rot="5400000">
            <a:off x="1682761" y="-1682761"/>
            <a:ext cx="5143498" cy="8509021"/>
          </a:xfrm>
          <a:custGeom>
            <a:avLst/>
            <a:gdLst>
              <a:gd name="connsiteX0" fmla="*/ 0 w 5172809"/>
              <a:gd name="connsiteY0" fmla="*/ 3845155 h 8509021"/>
              <a:gd name="connsiteX1" fmla="*/ 0 w 5172809"/>
              <a:gd name="connsiteY1" fmla="*/ 0 h 8509021"/>
              <a:gd name="connsiteX2" fmla="*/ 5172809 w 5172809"/>
              <a:gd name="connsiteY2" fmla="*/ 3845155 h 8509021"/>
              <a:gd name="connsiteX3" fmla="*/ 0 w 5172809"/>
              <a:gd name="connsiteY3" fmla="*/ 8509021 h 8509021"/>
              <a:gd name="connsiteX4" fmla="*/ 0 w 5172809"/>
              <a:gd name="connsiteY4" fmla="*/ 3845156 h 8509021"/>
              <a:gd name="connsiteX5" fmla="*/ 5172809 w 5172809"/>
              <a:gd name="connsiteY5" fmla="*/ 3845156 h 8509021"/>
              <a:gd name="connsiteX6" fmla="*/ 5172809 w 5172809"/>
              <a:gd name="connsiteY6" fmla="*/ 8509021 h 8509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72809" h="8509021">
                <a:moveTo>
                  <a:pt x="0" y="3845155"/>
                </a:moveTo>
                <a:lnTo>
                  <a:pt x="0" y="0"/>
                </a:lnTo>
                <a:lnTo>
                  <a:pt x="5172809" y="3845155"/>
                </a:lnTo>
                <a:close/>
                <a:moveTo>
                  <a:pt x="0" y="8509021"/>
                </a:moveTo>
                <a:lnTo>
                  <a:pt x="0" y="3845156"/>
                </a:lnTo>
                <a:lnTo>
                  <a:pt x="5172809" y="3845156"/>
                </a:lnTo>
                <a:lnTo>
                  <a:pt x="5172809" y="850902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15" name="Title 2"/>
          <p:cNvSpPr>
            <a:spLocks noGrp="1"/>
          </p:cNvSpPr>
          <p:nvPr userDrawn="1">
            <p:ph type="title" hasCustomPrompt="1"/>
          </p:nvPr>
        </p:nvSpPr>
        <p:spPr>
          <a:xfrm>
            <a:off x="473075" y="1647934"/>
            <a:ext cx="6018036" cy="1064060"/>
          </a:xfrm>
        </p:spPr>
        <p:txBody>
          <a:bodyPr anchor="ctr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/>
              <a:t>Section Divider</a:t>
            </a:r>
          </a:p>
        </p:txBody>
      </p:sp>
    </p:spTree>
    <p:extLst>
      <p:ext uri="{BB962C8B-B14F-4D97-AF65-F5344CB8AC3E}">
        <p14:creationId xmlns:p14="http://schemas.microsoft.com/office/powerpoint/2010/main" val="3096772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sosceles Triangle 4"/>
          <p:cNvSpPr/>
          <p:nvPr userDrawn="1"/>
        </p:nvSpPr>
        <p:spPr>
          <a:xfrm rot="16200000">
            <a:off x="2810155" y="-1190348"/>
            <a:ext cx="5143502" cy="7524192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4A8C9BFE-1F70-D84B-B466-448577E604B6}"/>
              </a:ext>
            </a:extLst>
          </p:cNvPr>
          <p:cNvSpPr/>
          <p:nvPr userDrawn="1"/>
        </p:nvSpPr>
        <p:spPr>
          <a:xfrm>
            <a:off x="-2" y="0"/>
            <a:ext cx="4323647" cy="5143500"/>
          </a:xfrm>
          <a:custGeom>
            <a:avLst/>
            <a:gdLst>
              <a:gd name="connsiteX0" fmla="*/ 0 w 4323647"/>
              <a:gd name="connsiteY0" fmla="*/ 0 h 5143500"/>
              <a:gd name="connsiteX1" fmla="*/ 4323647 w 4323647"/>
              <a:gd name="connsiteY1" fmla="*/ 0 h 5143500"/>
              <a:gd name="connsiteX2" fmla="*/ 255013 w 4323647"/>
              <a:gd name="connsiteY2" fmla="*/ 5143500 h 5143500"/>
              <a:gd name="connsiteX3" fmla="*/ 0 w 4323647"/>
              <a:gd name="connsiteY3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3647" h="5143500">
                <a:moveTo>
                  <a:pt x="0" y="0"/>
                </a:moveTo>
                <a:lnTo>
                  <a:pt x="4323647" y="0"/>
                </a:lnTo>
                <a:lnTo>
                  <a:pt x="255013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57B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EA17AAC6-F419-E94E-A9BB-74E72D06FF2B}"/>
              </a:ext>
            </a:extLst>
          </p:cNvPr>
          <p:cNvSpPr/>
          <p:nvPr userDrawn="1"/>
        </p:nvSpPr>
        <p:spPr>
          <a:xfrm rot="5400000">
            <a:off x="-726841" y="726839"/>
            <a:ext cx="5143503" cy="3689823"/>
          </a:xfrm>
          <a:prstGeom prst="rtTriangle">
            <a:avLst/>
          </a:prstGeom>
          <a:solidFill>
            <a:srgbClr val="0082CA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402992" y="1928893"/>
            <a:ext cx="5326422" cy="1102519"/>
          </a:xfrm>
        </p:spPr>
        <p:txBody>
          <a:bodyPr anchor="ctr">
            <a:noAutofit/>
          </a:bodyPr>
          <a:lstStyle>
            <a:lvl1pPr algn="r">
              <a:defRPr sz="540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Questions?</a:t>
            </a:r>
          </a:p>
        </p:txBody>
      </p:sp>
      <p:pic>
        <p:nvPicPr>
          <p:cNvPr id="21" name="Picture 20" descr="MISO Logo - White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55" y="2237201"/>
            <a:ext cx="1210619" cy="510056"/>
          </a:xfrm>
          <a:prstGeom prst="rect">
            <a:avLst/>
          </a:prstGeom>
        </p:spPr>
      </p:pic>
      <p:grpSp>
        <p:nvGrpSpPr>
          <p:cNvPr id="22" name="Group 21"/>
          <p:cNvGrpSpPr/>
          <p:nvPr userDrawn="1"/>
        </p:nvGrpSpPr>
        <p:grpSpPr>
          <a:xfrm>
            <a:off x="1702311" y="1634018"/>
            <a:ext cx="1762604" cy="1764792"/>
            <a:chOff x="1702311" y="1634018"/>
            <a:chExt cx="1762604" cy="1764792"/>
          </a:xfrm>
        </p:grpSpPr>
        <p:sp>
          <p:nvSpPr>
            <p:cNvPr id="23" name="Oval 22"/>
            <p:cNvSpPr/>
            <p:nvPr userDrawn="1"/>
          </p:nvSpPr>
          <p:spPr>
            <a:xfrm>
              <a:off x="1702311" y="1634018"/>
              <a:ext cx="1762604" cy="176479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+mn-lt"/>
              </a:endParaRPr>
            </a:p>
          </p:txBody>
        </p:sp>
        <p:pic>
          <p:nvPicPr>
            <p:cNvPr id="24" name="Picture 23" descr="MISO Icon Only.png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9802" y="1764820"/>
              <a:ext cx="1507623" cy="15031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100858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950" y="1158843"/>
            <a:ext cx="8696526" cy="3435779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A831B688-59B0-2941-88A8-63EB5CF41C8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016343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A831B688-59B0-2941-88A8-63EB5CF41C8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615704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3_Plain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9950" y="1154886"/>
            <a:ext cx="4255850" cy="3394472"/>
          </a:xfrm>
        </p:spPr>
        <p:txBody>
          <a:bodyPr>
            <a:normAutofit/>
          </a:bodyPr>
          <a:lstStyle>
            <a:lvl1pPr>
              <a:defRPr sz="2400"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18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54886"/>
            <a:ext cx="4255850" cy="3394472"/>
          </a:xfrm>
        </p:spPr>
        <p:txBody>
          <a:bodyPr>
            <a:normAutofit/>
          </a:bodyPr>
          <a:lstStyle>
            <a:lvl1pPr>
              <a:defRPr sz="2400"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18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A831B688-59B0-2941-88A8-63EB5CF41C8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3118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A831B688-59B0-2941-88A8-63EB5CF41C8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530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9949" y="205979"/>
            <a:ext cx="8696527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9949" y="1063229"/>
            <a:ext cx="8696527" cy="35313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239950" y="4767263"/>
            <a:ext cx="236672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lt"/>
                <a:cs typeface="Arial"/>
              </a:defRPr>
            </a:lvl1pPr>
          </a:lstStyle>
          <a:p>
            <a:fld id="{A831B688-59B0-2941-88A8-63EB5CF41C8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MISO Logo.png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424" y="4767263"/>
            <a:ext cx="597052" cy="251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601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86" r:id="rId3"/>
    <p:sldLayoutId id="2147483687" r:id="rId4"/>
    <p:sldLayoutId id="2147483680" r:id="rId5"/>
    <p:sldLayoutId id="2147483677" r:id="rId6"/>
    <p:sldLayoutId id="2147483681" r:id="rId7"/>
    <p:sldLayoutId id="2147483676" r:id="rId8"/>
    <p:sldLayoutId id="2147483678" r:id="rId9"/>
    <p:sldLayoutId id="2147483682" r:id="rId10"/>
    <p:sldLayoutId id="2147483675" r:id="rId11"/>
    <p:sldLayoutId id="2147483683" r:id="rId12"/>
    <p:sldLayoutId id="2147483685" r:id="rId13"/>
    <p:sldLayoutId id="2147483684" r:id="rId14"/>
    <p:sldLayoutId id="2147483679" r:id="rId15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2400" kern="1200">
          <a:solidFill>
            <a:srgbClr val="0082CA"/>
          </a:solidFill>
          <a:latin typeface="+mn-lt"/>
          <a:ea typeface="+mj-ea"/>
          <a:cs typeface="Arial"/>
        </a:defRPr>
      </a:lvl1pPr>
    </p:titleStyle>
    <p:bodyStyle>
      <a:lvl1pPr marL="227013" indent="-227013" algn="l" defTabSz="457200" rtl="0" eaLnBrk="1" latinLnBrk="0" hangingPunct="1">
        <a:lnSpc>
          <a:spcPct val="114000"/>
        </a:lnSpc>
        <a:spcBef>
          <a:spcPts val="500"/>
        </a:spcBef>
        <a:buClr>
          <a:srgbClr val="0082CA"/>
        </a:buClr>
        <a:buSzPct val="80000"/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Arial"/>
        </a:defRPr>
      </a:lvl1pPr>
      <a:lvl2pPr marL="687388" indent="-230188" algn="l" defTabSz="457200" rtl="0" eaLnBrk="1" latinLnBrk="0" hangingPunct="1">
        <a:lnSpc>
          <a:spcPct val="114000"/>
        </a:lnSpc>
        <a:spcBef>
          <a:spcPts val="500"/>
        </a:spcBef>
        <a:buClr>
          <a:srgbClr val="5C6670"/>
        </a:buClr>
        <a:buSzPct val="80000"/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Arial"/>
        </a:defRPr>
      </a:lvl2pPr>
      <a:lvl3pPr marL="1141413" indent="-227013" algn="l" defTabSz="457200" rtl="0" eaLnBrk="1" latinLnBrk="0" hangingPunct="1">
        <a:lnSpc>
          <a:spcPct val="114000"/>
        </a:lnSpc>
        <a:spcBef>
          <a:spcPts val="500"/>
        </a:spcBef>
        <a:buClr>
          <a:srgbClr val="57BFE3"/>
        </a:buClr>
        <a:buSzPct val="80000"/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Arial"/>
        </a:defRPr>
      </a:lvl3pPr>
      <a:lvl4pPr marL="1601788" indent="-230188" algn="l" defTabSz="457200" rtl="0" eaLnBrk="1" latinLnBrk="0" hangingPunct="1">
        <a:lnSpc>
          <a:spcPct val="114000"/>
        </a:lnSpc>
        <a:spcBef>
          <a:spcPts val="500"/>
        </a:spcBef>
        <a:buClr>
          <a:srgbClr val="57BFE3"/>
        </a:buClr>
        <a:buSzPct val="80000"/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Arial"/>
        </a:defRPr>
      </a:lvl4pPr>
      <a:lvl5pPr marL="2055813" indent="-227013" algn="l" defTabSz="457200" rtl="0" eaLnBrk="1" latinLnBrk="0" hangingPunct="1">
        <a:lnSpc>
          <a:spcPct val="114000"/>
        </a:lnSpc>
        <a:spcBef>
          <a:spcPts val="500"/>
        </a:spcBef>
        <a:buClr>
          <a:srgbClr val="57BFE3"/>
        </a:buClr>
        <a:buSzPct val="80000"/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10" Type="http://schemas.openxmlformats.org/officeDocument/2006/relationships/image" Target="../media/image12.jpeg"/><Relationship Id="rId4" Type="http://schemas.openxmlformats.org/officeDocument/2006/relationships/image" Target="../media/image6.jpeg"/><Relationship Id="rId9" Type="http://schemas.openxmlformats.org/officeDocument/2006/relationships/image" Target="../media/image1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81345" y="3220372"/>
            <a:ext cx="2348070" cy="664208"/>
          </a:xfrm>
        </p:spPr>
        <p:txBody>
          <a:bodyPr/>
          <a:lstStyle/>
          <a:p>
            <a:r>
              <a:rPr lang="en-US"/>
              <a:t>Subtitle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02992" y="1992887"/>
            <a:ext cx="5326422" cy="1102519"/>
          </a:xfrm>
        </p:spPr>
        <p:txBody>
          <a:bodyPr/>
          <a:lstStyle/>
          <a:p>
            <a:r>
              <a:rPr lang="en-US"/>
              <a:t>MISO </a:t>
            </a:r>
            <a:r>
              <a:rPr lang="en-US" err="1"/>
              <a:t>OmniSearch</a:t>
            </a:r>
          </a:p>
        </p:txBody>
      </p:sp>
    </p:spTree>
    <p:extLst>
      <p:ext uri="{BB962C8B-B14F-4D97-AF65-F5344CB8AC3E}">
        <p14:creationId xmlns:p14="http://schemas.microsoft.com/office/powerpoint/2010/main" val="2569248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949" y="205979"/>
            <a:ext cx="8696527" cy="857250"/>
          </a:xfrm>
        </p:spPr>
        <p:txBody>
          <a:bodyPr/>
          <a:lstStyle/>
          <a:p>
            <a:r>
              <a:rPr lang="en-US">
                <a:ea typeface="Lato"/>
              </a:rPr>
              <a:t>The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239950" y="4767263"/>
            <a:ext cx="2366725" cy="273844"/>
          </a:xfrm>
        </p:spPr>
        <p:txBody>
          <a:bodyPr/>
          <a:lstStyle/>
          <a:p>
            <a:fld id="{A831B688-59B0-2941-88A8-63EB5CF41C82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5" name="Picture 4" descr="Drowning In Mail High-Res Stock Photo - Getty Images">
            <a:extLst>
              <a:ext uri="{FF2B5EF4-FFF2-40B4-BE49-F238E27FC236}">
                <a16:creationId xmlns:a16="http://schemas.microsoft.com/office/drawing/2014/main" id="{D087E7CB-AF0A-D08D-C6DC-0BC29BF3B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2248" y="634999"/>
            <a:ext cx="1671337" cy="1996723"/>
          </a:xfrm>
          <a:prstGeom prst="rect">
            <a:avLst/>
          </a:prstGeom>
        </p:spPr>
      </p:pic>
      <p:pic>
        <p:nvPicPr>
          <p:cNvPr id="7" name="Picture 6" descr="290+ Waiting Impatiently Stock Photos and Royalty-Free Pictures - iStock">
            <a:extLst>
              <a:ext uri="{FF2B5EF4-FFF2-40B4-BE49-F238E27FC236}">
                <a16:creationId xmlns:a16="http://schemas.microsoft.com/office/drawing/2014/main" id="{5E53BD36-B4EF-913E-C44F-BC54862514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6182" y="1071561"/>
            <a:ext cx="2012245" cy="1391710"/>
          </a:xfrm>
          <a:prstGeom prst="rect">
            <a:avLst/>
          </a:prstGeom>
        </p:spPr>
      </p:pic>
      <p:pic>
        <p:nvPicPr>
          <p:cNvPr id="9" name="Picture 8" descr="Free Slow Motion Footage: Burning Money - YouTube">
            <a:extLst>
              <a:ext uri="{FF2B5EF4-FFF2-40B4-BE49-F238E27FC236}">
                <a16:creationId xmlns:a16="http://schemas.microsoft.com/office/drawing/2014/main" id="{F26C57B2-003A-FBF4-37A6-4F0DBB813D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8165" y="966611"/>
            <a:ext cx="2624667" cy="1495778"/>
          </a:xfrm>
          <a:prstGeom prst="rect">
            <a:avLst/>
          </a:prstGeom>
        </p:spPr>
      </p:pic>
      <p:pic>
        <p:nvPicPr>
          <p:cNvPr id="10" name="Picture 9" descr="Speed Test results: new CSV file vs old Txt - NetWorx Help">
            <a:extLst>
              <a:ext uri="{FF2B5EF4-FFF2-40B4-BE49-F238E27FC236}">
                <a16:creationId xmlns:a16="http://schemas.microsoft.com/office/drawing/2014/main" id="{33C02EE2-75A7-2737-5472-303DC977AF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45" y="866050"/>
            <a:ext cx="2489201" cy="1598120"/>
          </a:xfrm>
          <a:prstGeom prst="rect">
            <a:avLst/>
          </a:prstGeom>
        </p:spPr>
      </p:pic>
      <p:pic>
        <p:nvPicPr>
          <p:cNvPr id="13" name="Picture 12" descr="What is API Integration &amp; Why Businesses Can't Live Without it">
            <a:extLst>
              <a:ext uri="{FF2B5EF4-FFF2-40B4-BE49-F238E27FC236}">
                <a16:creationId xmlns:a16="http://schemas.microsoft.com/office/drawing/2014/main" id="{981E72A4-9E77-8AEB-9762-C8BF94B3E8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86" y="2878950"/>
            <a:ext cx="2743200" cy="1687928"/>
          </a:xfrm>
          <a:prstGeom prst="rect">
            <a:avLst/>
          </a:prstGeom>
        </p:spPr>
      </p:pic>
      <p:sp>
        <p:nvSpPr>
          <p:cNvPr id="14" name="Arrow: Down 13">
            <a:extLst>
              <a:ext uri="{FF2B5EF4-FFF2-40B4-BE49-F238E27FC236}">
                <a16:creationId xmlns:a16="http://schemas.microsoft.com/office/drawing/2014/main" id="{E0E396B5-1937-D122-9C49-92A4CC2110FB}"/>
              </a:ext>
            </a:extLst>
          </p:cNvPr>
          <p:cNvSpPr/>
          <p:nvPr/>
        </p:nvSpPr>
        <p:spPr>
          <a:xfrm>
            <a:off x="1080298" y="2213175"/>
            <a:ext cx="484632" cy="978408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Hand Painted Pink Heart Piggy Bank: Ceramic Pottery Gift, Small - Etsy">
            <a:extLst>
              <a:ext uri="{FF2B5EF4-FFF2-40B4-BE49-F238E27FC236}">
                <a16:creationId xmlns:a16="http://schemas.microsoft.com/office/drawing/2014/main" id="{4DD0211B-45D8-AF8E-B84C-D716CC79CAB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88129" y="2881406"/>
            <a:ext cx="2024742" cy="1691182"/>
          </a:xfrm>
          <a:prstGeom prst="rect">
            <a:avLst/>
          </a:prstGeom>
        </p:spPr>
      </p:pic>
      <p:pic>
        <p:nvPicPr>
          <p:cNvPr id="18" name="Picture 17" descr="D-2261 , Stopwatch">
            <a:extLst>
              <a:ext uri="{FF2B5EF4-FFF2-40B4-BE49-F238E27FC236}">
                <a16:creationId xmlns:a16="http://schemas.microsoft.com/office/drawing/2014/main" id="{904D0D20-244A-FD5C-36F3-087D3A64EBA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30636" y="2726191"/>
            <a:ext cx="1646464" cy="1895476"/>
          </a:xfrm>
          <a:prstGeom prst="rect">
            <a:avLst/>
          </a:prstGeom>
        </p:spPr>
      </p:pic>
      <p:pic>
        <p:nvPicPr>
          <p:cNvPr id="19" name="Picture 18" descr="Amazon.com: INTERGREAT 3 Drawer Filing Cabinet with Lock, White Mobile File  Cabinet with Wheels, Rolling Small Metal Cabinets Under Desk for Home  Office, Assembled : Office Products">
            <a:extLst>
              <a:ext uri="{FF2B5EF4-FFF2-40B4-BE49-F238E27FC236}">
                <a16:creationId xmlns:a16="http://schemas.microsoft.com/office/drawing/2014/main" id="{1A66AFBF-0FCA-8497-5E09-397CFE5BF4F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55378" y="2971120"/>
            <a:ext cx="1311729" cy="1593397"/>
          </a:xfrm>
          <a:prstGeom prst="rect">
            <a:avLst/>
          </a:prstGeom>
        </p:spPr>
      </p:pic>
      <p:sp>
        <p:nvSpPr>
          <p:cNvPr id="21" name="Arrow: Down 20">
            <a:extLst>
              <a:ext uri="{FF2B5EF4-FFF2-40B4-BE49-F238E27FC236}">
                <a16:creationId xmlns:a16="http://schemas.microsoft.com/office/drawing/2014/main" id="{DE188255-58BA-7484-D0D7-6B169D7CB83C}"/>
              </a:ext>
            </a:extLst>
          </p:cNvPr>
          <p:cNvSpPr/>
          <p:nvPr/>
        </p:nvSpPr>
        <p:spPr>
          <a:xfrm>
            <a:off x="3763627" y="2210454"/>
            <a:ext cx="484632" cy="978408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C5F7EEF2-67A9-3954-3032-92F00C8052A8}"/>
              </a:ext>
            </a:extLst>
          </p:cNvPr>
          <p:cNvSpPr/>
          <p:nvPr/>
        </p:nvSpPr>
        <p:spPr>
          <a:xfrm>
            <a:off x="6212912" y="2136975"/>
            <a:ext cx="484632" cy="978408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5151B02F-964C-C789-838B-BBB26D5DD4CA}"/>
              </a:ext>
            </a:extLst>
          </p:cNvPr>
          <p:cNvSpPr/>
          <p:nvPr/>
        </p:nvSpPr>
        <p:spPr>
          <a:xfrm>
            <a:off x="8066205" y="2210454"/>
            <a:ext cx="484632" cy="978408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775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1" grpId="0" animBg="1"/>
      <p:bldP spid="23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24709" y="-114061"/>
            <a:ext cx="8696527" cy="857250"/>
          </a:xfrm>
        </p:spPr>
        <p:txBody>
          <a:bodyPr/>
          <a:lstStyle/>
          <a:p>
            <a:r>
              <a:rPr lang="en-US" b="1" err="1"/>
              <a:t>OmniSearch</a:t>
            </a:r>
            <a:r>
              <a:rPr lang="en-US"/>
              <a:t>– An Intelligent AI Engine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239950" y="4767263"/>
            <a:ext cx="2366725" cy="273844"/>
          </a:xfrm>
        </p:spPr>
        <p:txBody>
          <a:bodyPr/>
          <a:lstStyle/>
          <a:p>
            <a:fld id="{A831B688-59B0-2941-88A8-63EB5CF41C82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E2BBF8-A2AB-DDE8-9842-E0E930D7DB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57" r="-106" b="77381"/>
          <a:stretch>
            <a:fillRect/>
          </a:stretch>
        </p:blipFill>
        <p:spPr>
          <a:xfrm>
            <a:off x="961072" y="642078"/>
            <a:ext cx="7190907" cy="854272"/>
          </a:xfrm>
          <a:prstGeom prst="rect">
            <a:avLst/>
          </a:prstGeom>
        </p:spPr>
      </p:pic>
      <p:sp>
        <p:nvSpPr>
          <p:cNvPr id="8" name="Arrow: Left 7">
            <a:extLst>
              <a:ext uri="{FF2B5EF4-FFF2-40B4-BE49-F238E27FC236}">
                <a16:creationId xmlns:a16="http://schemas.microsoft.com/office/drawing/2014/main" id="{8DE8A111-D76B-F889-ECCD-ECFC51133DA4}"/>
              </a:ext>
            </a:extLst>
          </p:cNvPr>
          <p:cNvSpPr/>
          <p:nvPr/>
        </p:nvSpPr>
        <p:spPr>
          <a:xfrm rot="19980000">
            <a:off x="7816282" y="879899"/>
            <a:ext cx="673608" cy="271272"/>
          </a:xfrm>
          <a:prstGeom prst="leftArrow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F8F644-EA7B-D9F1-29A3-6566E545FA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76"/>
          <a:stretch>
            <a:fillRect/>
          </a:stretch>
        </p:blipFill>
        <p:spPr>
          <a:xfrm>
            <a:off x="1809750" y="1617345"/>
            <a:ext cx="5501640" cy="3029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961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39949" y="1"/>
            <a:ext cx="8696527" cy="998220"/>
          </a:xfrm>
        </p:spPr>
        <p:txBody>
          <a:bodyPr/>
          <a:lstStyle/>
          <a:p>
            <a:r>
              <a:rPr lang="en-US"/>
              <a:t>Feature 1 – Session Aware Radar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39950" y="1149789"/>
            <a:ext cx="8696526" cy="3444833"/>
          </a:xfrm>
        </p:spPr>
        <p:txBody>
          <a:bodyPr vert="horz" lIns="91440" tIns="45720" rIns="91440" bIns="45720" rtlCol="0">
            <a:normAutofit/>
          </a:bodyPr>
          <a:lstStyle/>
          <a:p>
            <a:pPr marL="226695" indent="-226695"/>
            <a:r>
              <a:rPr lang="en-US" sz="2000">
                <a:ea typeface="+mn-lt"/>
                <a:cs typeface="+mn-lt"/>
              </a:rPr>
              <a:t>Instant Context Before You Even Type</a:t>
            </a:r>
          </a:p>
          <a:p>
            <a:pPr marL="226695" indent="-226695">
              <a:lnSpc>
                <a:spcPct val="113999"/>
              </a:lnSpc>
            </a:pPr>
            <a:r>
              <a:rPr lang="en-US" sz="1800">
                <a:ea typeface="+mn-lt"/>
                <a:cs typeface="+mn-lt"/>
              </a:rPr>
              <a:t>Pre-loads real-time vs. day-ahead price averages and 24-hour volume automatically.</a:t>
            </a:r>
          </a:p>
          <a:p>
            <a:pPr marL="226695" indent="-226695">
              <a:lnSpc>
                <a:spcPct val="113999"/>
              </a:lnSpc>
            </a:pPr>
            <a:r>
              <a:rPr lang="en-US" sz="1800">
                <a:ea typeface="+mn-lt"/>
                <a:cs typeface="+mn-lt"/>
              </a:rPr>
              <a:t>Provides quick-start research chips eliminating the "blank search bar syndrome."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239950" y="4767263"/>
            <a:ext cx="2366725" cy="273844"/>
          </a:xfrm>
        </p:spPr>
        <p:txBody>
          <a:bodyPr/>
          <a:lstStyle/>
          <a:p>
            <a:fld id="{A831B688-59B0-2941-88A8-63EB5CF41C82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0697862-5B46-16AE-C924-D04BC81C5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" y="2809819"/>
            <a:ext cx="7500938" cy="1424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925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BBC3D-44E7-684F-7E4B-C195FFE25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8422D0D-50DD-D187-EC37-39415D2F7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49" y="1"/>
            <a:ext cx="8696527" cy="998220"/>
          </a:xfrm>
        </p:spPr>
        <p:txBody>
          <a:bodyPr/>
          <a:lstStyle/>
          <a:p>
            <a:r>
              <a:rPr lang="en-US"/>
              <a:t>Feature 2 - 360° Knowledge Canvas &amp; Persona Tailoring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48795C-0771-DD46-100F-CD5A74E4E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950" y="1149789"/>
            <a:ext cx="5946183" cy="3444833"/>
          </a:xfrm>
        </p:spPr>
        <p:txBody>
          <a:bodyPr vert="horz" lIns="91440" tIns="45720" rIns="91440" bIns="45720" rtlCol="0">
            <a:normAutofit/>
          </a:bodyPr>
          <a:lstStyle/>
          <a:p>
            <a:pPr marL="226695" indent="-226695"/>
            <a:r>
              <a:rPr lang="en-US" sz="2000" b="1">
                <a:ea typeface="+mn-lt"/>
                <a:cs typeface="+mn-lt"/>
              </a:rPr>
              <a:t>Power Trader</a:t>
            </a:r>
            <a:r>
              <a:rPr lang="en-US" sz="2000">
                <a:ea typeface="+mn-lt"/>
                <a:cs typeface="+mn-lt"/>
              </a:rPr>
              <a:t>: Arbitrage spreads, marginal congestion costs, volatility indicators.</a:t>
            </a:r>
            <a:endParaRPr lang="en-US" sz="2000">
              <a:ea typeface="Lato"/>
            </a:endParaRPr>
          </a:p>
          <a:p>
            <a:pPr marL="226695" indent="-226695">
              <a:lnSpc>
                <a:spcPct val="113999"/>
              </a:lnSpc>
            </a:pPr>
            <a:r>
              <a:rPr lang="en-US" sz="2000" b="1">
                <a:ea typeface="+mn-lt"/>
                <a:cs typeface="+mn-lt"/>
              </a:rPr>
              <a:t>Municipal Co-op</a:t>
            </a:r>
            <a:r>
              <a:rPr lang="en-US" sz="2000">
                <a:ea typeface="+mn-lt"/>
                <a:cs typeface="+mn-lt"/>
              </a:rPr>
              <a:t>: Baseload rate stability, planning reserves, auction clearing.</a:t>
            </a:r>
            <a:endParaRPr lang="en-US" sz="2000">
              <a:ea typeface="Lato"/>
            </a:endParaRPr>
          </a:p>
          <a:p>
            <a:pPr marL="226695" indent="-226695">
              <a:lnSpc>
                <a:spcPct val="113999"/>
              </a:lnSpc>
            </a:pPr>
            <a:r>
              <a:rPr lang="en-US" sz="2000" b="1">
                <a:ea typeface="+mn-lt"/>
                <a:cs typeface="+mn-lt"/>
              </a:rPr>
              <a:t>Public / Media</a:t>
            </a:r>
            <a:r>
              <a:rPr lang="en-US" sz="2000">
                <a:ea typeface="+mn-lt"/>
                <a:cs typeface="+mn-lt"/>
              </a:rPr>
              <a:t>: Clean energy percentages, historical peaks, plain-English context.</a:t>
            </a:r>
            <a:endParaRPr lang="en-US" sz="2000">
              <a:ea typeface="Lato"/>
            </a:endParaRPr>
          </a:p>
          <a:p>
            <a:pPr marL="226695" indent="-226695">
              <a:lnSpc>
                <a:spcPct val="113999"/>
              </a:lnSpc>
            </a:pPr>
            <a:r>
              <a:rPr lang="en-US" sz="2000" b="1">
                <a:ea typeface="+mn-lt"/>
                <a:cs typeface="+mn-lt"/>
              </a:rPr>
              <a:t>State Regulator</a:t>
            </a:r>
            <a:r>
              <a:rPr lang="en-US" sz="2000">
                <a:ea typeface="+mn-lt"/>
                <a:cs typeface="+mn-lt"/>
              </a:rPr>
              <a:t>: Interstate transmission equity, cost-of-new-entry compliance</a:t>
            </a:r>
            <a:endParaRPr lang="en-US" sz="2000">
              <a:ea typeface="Lato"/>
            </a:endParaRPr>
          </a:p>
          <a:p>
            <a:pPr marL="226695" indent="-226695">
              <a:lnSpc>
                <a:spcPct val="113999"/>
              </a:lnSpc>
            </a:pPr>
            <a:endParaRPr lang="en-US">
              <a:ea typeface="Lato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CAA8BE-1D02-1D6C-0F23-D214916D48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39950" y="4767263"/>
            <a:ext cx="2366725" cy="273844"/>
          </a:xfrm>
        </p:spPr>
        <p:txBody>
          <a:bodyPr/>
          <a:lstStyle/>
          <a:p>
            <a:fld id="{A831B688-59B0-2941-88A8-63EB5CF41C82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69CFEC3-62C2-729D-1AC7-E28C2D96D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0331" y="1926432"/>
            <a:ext cx="1524001" cy="1297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904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2DFA4-F288-7AC6-5811-B5539BC54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C206BD-9689-21F2-317E-7C25E2372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49" y="1"/>
            <a:ext cx="8696527" cy="998220"/>
          </a:xfrm>
        </p:spPr>
        <p:txBody>
          <a:bodyPr/>
          <a:lstStyle/>
          <a:p>
            <a:r>
              <a:rPr lang="en-US"/>
              <a:t>Feature 3 - Side-by-Side Comparison Engine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F27972-2EDA-860F-6538-6633D2E712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950" y="1149789"/>
            <a:ext cx="4622548" cy="3444833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marL="226695" indent="-226695">
              <a:lnSpc>
                <a:spcPct val="113999"/>
              </a:lnSpc>
            </a:pPr>
            <a:r>
              <a:rPr lang="en-US" sz="2000" b="1">
                <a:ea typeface="+mn-lt"/>
                <a:cs typeface="+mn-lt"/>
              </a:rPr>
              <a:t>Hub-to-Hub</a:t>
            </a:r>
            <a:r>
              <a:rPr lang="en-US" sz="2000">
                <a:ea typeface="+mn-lt"/>
                <a:cs typeface="+mn-lt"/>
              </a:rPr>
              <a:t>: Compare Indiana vs. Michigan vs. Texas with synchronized 24-hour curves.</a:t>
            </a:r>
            <a:endParaRPr lang="en-US" sz="2000">
              <a:ea typeface="Lato"/>
            </a:endParaRPr>
          </a:p>
          <a:p>
            <a:pPr marL="226695" indent="-226695">
              <a:lnSpc>
                <a:spcPct val="113999"/>
              </a:lnSpc>
            </a:pPr>
            <a:r>
              <a:rPr lang="en-US" sz="2000" b="1">
                <a:ea typeface="+mn-lt"/>
                <a:cs typeface="+mn-lt"/>
              </a:rPr>
              <a:t>Fuel Diversity</a:t>
            </a:r>
            <a:r>
              <a:rPr lang="en-US" sz="2000">
                <a:ea typeface="+mn-lt"/>
                <a:cs typeface="+mn-lt"/>
              </a:rPr>
              <a:t>: Compare installed GW, capacity factors, and emissions profiles.</a:t>
            </a:r>
            <a:endParaRPr lang="en-US" sz="2000">
              <a:ea typeface="Lato"/>
            </a:endParaRPr>
          </a:p>
          <a:p>
            <a:pPr marL="226695" indent="-226695">
              <a:lnSpc>
                <a:spcPct val="113999"/>
              </a:lnSpc>
            </a:pPr>
            <a:r>
              <a:rPr lang="en-US" sz="2000" b="1">
                <a:ea typeface="+mn-lt"/>
                <a:cs typeface="+mn-lt"/>
              </a:rPr>
              <a:t>Transmission Expansion</a:t>
            </a:r>
            <a:r>
              <a:rPr lang="en-US" sz="2000">
                <a:ea typeface="+mn-lt"/>
                <a:cs typeface="+mn-lt"/>
              </a:rPr>
              <a:t>: Compare Local MTEP ($4.1B) vs. Regional LRTP ($10.3B) vs. Interregional JTIQ ($1.2B).</a:t>
            </a:r>
            <a:endParaRPr lang="en-US" sz="2000">
              <a:ea typeface="Lato"/>
            </a:endParaRPr>
          </a:p>
          <a:p>
            <a:pPr marL="226695" indent="-226695">
              <a:lnSpc>
                <a:spcPct val="113999"/>
              </a:lnSpc>
            </a:pPr>
            <a:endParaRPr lang="en-US">
              <a:ea typeface="Lato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84C1D3-E049-2996-14C9-C1FAAA58A3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39950" y="4767263"/>
            <a:ext cx="2366725" cy="273844"/>
          </a:xfrm>
        </p:spPr>
        <p:txBody>
          <a:bodyPr/>
          <a:lstStyle/>
          <a:p>
            <a:fld id="{A831B688-59B0-2941-88A8-63EB5CF41C82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D3DE320-2785-B7BF-3785-24292A941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6319" y="1642954"/>
            <a:ext cx="4100512" cy="2307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621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-1232" y="-233586"/>
            <a:ext cx="3512372" cy="1212152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err="1">
                <a:solidFill>
                  <a:schemeClr val="bg1"/>
                </a:solidFill>
                <a:latin typeface="+mj-lt"/>
                <a:cs typeface="+mj-cs"/>
              </a:rPr>
              <a:t>OmniSearch</a:t>
            </a:r>
            <a:r>
              <a:rPr lang="en-US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 Data Flow</a:t>
            </a:r>
            <a:endParaRPr lang="en-US" kern="1200">
              <a:solidFill>
                <a:schemeClr val="bg1"/>
              </a:solidFill>
              <a:latin typeface="+mj-lt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E2C7D9-2C67-FD1F-D661-EE68FBB80C91}"/>
              </a:ext>
            </a:extLst>
          </p:cNvPr>
          <p:cNvSpPr txBox="1"/>
          <p:nvPr/>
        </p:nvSpPr>
        <p:spPr>
          <a:xfrm>
            <a:off x="110120" y="2285309"/>
            <a:ext cx="2591866" cy="1648989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500"/>
              <a:t>Three entry points feed one search pipeline that reads six JSON data files and returns a single result canvas plus two loops that make the tool feel like it is one step ahead of the user.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A25053D-26C1-A7A6-8743-D46C565E4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2063" y="1108592"/>
            <a:ext cx="6101465" cy="3535163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6457950" y="4767262"/>
            <a:ext cx="2057400" cy="2738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spcAft>
                <a:spcPts val="600"/>
              </a:spcAft>
            </a:pPr>
            <a:fld id="{A831B688-59B0-2941-88A8-63EB5CF41C82}" type="slidenum">
              <a:rPr lang="en-US" sz="1200">
                <a:solidFill>
                  <a:schemeClr val="tx1">
                    <a:lumMod val="50000"/>
                    <a:lumOff val="50000"/>
                  </a:schemeClr>
                </a:solidFill>
                <a:cs typeface="+mn-cs"/>
              </a:rPr>
              <a:pPr algn="r" defTabSz="914400">
                <a:lnSpc>
                  <a:spcPct val="90000"/>
                </a:lnSpc>
                <a:spcAft>
                  <a:spcPts val="600"/>
                </a:spcAft>
              </a:pPr>
              <a:t>7</a:t>
            </a:fld>
            <a:endParaRPr lang="en-US" sz="1200">
              <a:solidFill>
                <a:schemeClr val="tx1">
                  <a:lumMod val="50000"/>
                  <a:lumOff val="50000"/>
                </a:schemeClr>
              </a:solidFill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051478" y="0"/>
            <a:ext cx="92522" cy="51435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DC813D3D-0E73-5E6A-1633-3170B0A4E264}"/>
              </a:ext>
            </a:extLst>
          </p:cNvPr>
          <p:cNvSpPr txBox="1"/>
          <p:nvPr/>
        </p:nvSpPr>
        <p:spPr>
          <a:xfrm>
            <a:off x="248" y="1357817"/>
            <a:ext cx="297742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How a search flows through </a:t>
            </a:r>
            <a:r>
              <a:rPr lang="en-US" err="1">
                <a:ea typeface="+mn-lt"/>
                <a:cs typeface="+mn-lt"/>
              </a:rPr>
              <a:t>OmniSearch</a:t>
            </a:r>
            <a:r>
              <a:rPr lang="en-US">
                <a:ea typeface="+mn-lt"/>
                <a:cs typeface="+mn-lt"/>
              </a:rPr>
              <a:t>...</a:t>
            </a:r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3229194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70422-C207-26FE-A76D-456B2B252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19B4BFD-A61C-0140-62E6-91B1B166B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49" y="1"/>
            <a:ext cx="8696527" cy="998220"/>
          </a:xfrm>
        </p:spPr>
        <p:txBody>
          <a:bodyPr/>
          <a:lstStyle/>
          <a:p>
            <a:r>
              <a:rPr lang="en-US">
                <a:ea typeface="Lato"/>
              </a:rPr>
              <a:t>Security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366E6F-5ED1-C6B7-A337-1221AFBC9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950" y="1149789"/>
            <a:ext cx="8696526" cy="3444833"/>
          </a:xfrm>
        </p:spPr>
        <p:txBody>
          <a:bodyPr vert="horz" lIns="91440" tIns="45720" rIns="91440" bIns="45720" rtlCol="0">
            <a:normAutofit/>
          </a:bodyPr>
          <a:lstStyle/>
          <a:p>
            <a:pPr marL="226695" indent="-226695">
              <a:lnSpc>
                <a:spcPct val="113999"/>
              </a:lnSpc>
            </a:pPr>
            <a:r>
              <a:rPr lang="en-US" sz="1100">
                <a:ea typeface="+mn-lt"/>
                <a:cs typeface="+mn-lt"/>
              </a:rPr>
              <a:t>User types a query in the search bar (browser)</a:t>
            </a:r>
            <a:endParaRPr lang="en-US" sz="1100">
              <a:ea typeface="Lato"/>
            </a:endParaRPr>
          </a:p>
          <a:p>
            <a:pPr marL="226695" indent="-226695">
              <a:lnSpc>
                <a:spcPct val="113999"/>
              </a:lnSpc>
            </a:pPr>
            <a:r>
              <a:rPr lang="en-US" sz="1100">
                <a:ea typeface="+mn-lt"/>
                <a:cs typeface="+mn-lt"/>
              </a:rPr>
              <a:t>Backend runs a 13-step keyword-matching router to classify the query type</a:t>
            </a:r>
            <a:endParaRPr lang="en-US" sz="1100">
              <a:ea typeface="Lato"/>
            </a:endParaRPr>
          </a:p>
          <a:p>
            <a:pPr marL="226695" indent="-226695">
              <a:lnSpc>
                <a:spcPct val="113999"/>
              </a:lnSpc>
            </a:pPr>
            <a:r>
              <a:rPr lang="en-US" sz="1100">
                <a:ea typeface="+mn-lt"/>
                <a:cs typeface="+mn-lt"/>
              </a:rPr>
              <a:t>Numeric data is pulled from two possible sources: </a:t>
            </a:r>
            <a:endParaRPr lang="en-US" sz="1100">
              <a:ea typeface="Lato"/>
            </a:endParaRPr>
          </a:p>
          <a:p>
            <a:pPr marL="226695" indent="-226695">
              <a:lnSpc>
                <a:spcPct val="113999"/>
              </a:lnSpc>
            </a:pPr>
            <a:r>
              <a:rPr lang="en-US" sz="1100">
                <a:ea typeface="+mn-lt"/>
                <a:cs typeface="+mn-lt"/>
              </a:rPr>
              <a:t>Live MISO public API (fuel mix, refreshed every 60 seconds)</a:t>
            </a:r>
            <a:endParaRPr lang="en-US" sz="1100">
              <a:ea typeface="Lato"/>
            </a:endParaRPr>
          </a:p>
          <a:p>
            <a:pPr marL="226695" indent="-226695">
              <a:lnSpc>
                <a:spcPct val="113999"/>
              </a:lnSpc>
            </a:pPr>
            <a:r>
              <a:rPr lang="en-US" sz="1100">
                <a:ea typeface="+mn-lt"/>
                <a:cs typeface="+mn-lt"/>
              </a:rPr>
              <a:t>Static verified JSON baseline (used automatically if live call fails)</a:t>
            </a:r>
            <a:endParaRPr lang="en-US" sz="1100">
              <a:ea typeface="Lato"/>
            </a:endParaRPr>
          </a:p>
          <a:p>
            <a:pPr marL="226695" indent="-226695">
              <a:lnSpc>
                <a:spcPct val="113999"/>
              </a:lnSpc>
            </a:pPr>
            <a:r>
              <a:rPr lang="en-US" sz="1100">
                <a:ea typeface="+mn-lt"/>
                <a:cs typeface="+mn-lt"/>
              </a:rPr>
              <a:t>Gemini AI generates the response in </a:t>
            </a:r>
            <a:r>
              <a:rPr lang="en-US" sz="1100" b="1">
                <a:ea typeface="+mn-lt"/>
                <a:cs typeface="+mn-lt"/>
              </a:rPr>
              <a:t>two separate calls</a:t>
            </a:r>
            <a:r>
              <a:rPr lang="en-US" sz="1100">
                <a:ea typeface="+mn-lt"/>
                <a:cs typeface="+mn-lt"/>
              </a:rPr>
              <a:t>: </a:t>
            </a:r>
            <a:endParaRPr lang="en-US" sz="1100">
              <a:ea typeface="Lato"/>
            </a:endParaRPr>
          </a:p>
          <a:p>
            <a:pPr marL="226695" indent="-226695">
              <a:lnSpc>
                <a:spcPct val="113999"/>
              </a:lnSpc>
            </a:pPr>
            <a:r>
              <a:rPr lang="en-US" sz="1100">
                <a:ea typeface="+mn-lt"/>
                <a:cs typeface="+mn-lt"/>
              </a:rPr>
              <a:t>The narrative answer text</a:t>
            </a:r>
            <a:endParaRPr lang="en-US" sz="1100">
              <a:ea typeface="Lato"/>
            </a:endParaRPr>
          </a:p>
          <a:p>
            <a:pPr marL="226695" indent="-226695">
              <a:lnSpc>
                <a:spcPct val="113999"/>
              </a:lnSpc>
            </a:pPr>
            <a:r>
              <a:rPr lang="en-US" sz="1100">
                <a:ea typeface="+mn-lt"/>
                <a:cs typeface="+mn-lt"/>
              </a:rPr>
              <a:t>The suggested follow-up questions</a:t>
            </a:r>
            <a:endParaRPr lang="en-US" sz="1100">
              <a:ea typeface="Lato"/>
            </a:endParaRPr>
          </a:p>
          <a:p>
            <a:pPr marL="226695" indent="-226695">
              <a:lnSpc>
                <a:spcPct val="113999"/>
              </a:lnSpc>
            </a:pPr>
            <a:r>
              <a:rPr lang="en-US" sz="1100">
                <a:ea typeface="+mn-lt"/>
                <a:cs typeface="+mn-lt"/>
              </a:rPr>
              <a:t>Result renders as KPI cards + interactive chart + source citation</a:t>
            </a:r>
            <a:endParaRPr lang="en-US" sz="1100">
              <a:ea typeface="Lato"/>
            </a:endParaRPr>
          </a:p>
          <a:p>
            <a:pPr marL="0" indent="0">
              <a:lnSpc>
                <a:spcPct val="113999"/>
              </a:lnSpc>
              <a:buNone/>
            </a:pPr>
            <a:endParaRPr lang="en-US">
              <a:ea typeface="Lato"/>
            </a:endParaRPr>
          </a:p>
          <a:p>
            <a:pPr marL="0" indent="0">
              <a:buNone/>
            </a:pPr>
            <a:endParaRPr lang="en-US">
              <a:ea typeface="Lato"/>
            </a:endParaRPr>
          </a:p>
          <a:p>
            <a:pPr marL="0" indent="0">
              <a:buNone/>
            </a:pPr>
            <a:endParaRPr lang="en-US">
              <a:ea typeface="Lato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A213E0-86E0-50EC-F64F-8C7E7C4592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39950" y="4767263"/>
            <a:ext cx="2366725" cy="273844"/>
          </a:xfrm>
        </p:spPr>
        <p:txBody>
          <a:bodyPr/>
          <a:lstStyle/>
          <a:p>
            <a:fld id="{A831B688-59B0-2941-88A8-63EB5CF41C82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0F5494A-9EBA-224F-AF37-BBC69F656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2767" y="998682"/>
            <a:ext cx="4739191" cy="3469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386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C5641-FA7A-DC83-27AC-474B52482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Lato"/>
                <a:cs typeface="Lato"/>
              </a:rPr>
              <a:t> </a:t>
            </a:r>
            <a:br>
              <a:rPr lang="en-US">
                <a:ea typeface="Lato"/>
                <a:cs typeface="Lato"/>
              </a:rPr>
            </a:br>
            <a:r>
              <a:rPr lang="en-US">
                <a:ea typeface="Lato"/>
                <a:cs typeface="Lato"/>
              </a:rPr>
              <a:t>Security</a:t>
            </a:r>
          </a:p>
          <a:p>
            <a:endParaRPr lang="en-US">
              <a:ea typeface="Lato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8BD1F-7AE7-34D4-327D-0059C319D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950" y="1149789"/>
            <a:ext cx="4565811" cy="3444833"/>
          </a:xfrm>
        </p:spPr>
        <p:txBody>
          <a:bodyPr vert="horz" lIns="91440" tIns="45720" rIns="91440" bIns="45720" rtlCol="0">
            <a:normAutofit/>
          </a:bodyPr>
          <a:lstStyle/>
          <a:p>
            <a:pPr marL="226695" indent="-226695">
              <a:lnSpc>
                <a:spcPct val="100000"/>
              </a:lnSpc>
              <a:spcBef>
                <a:spcPts val="0"/>
              </a:spcBef>
            </a:pPr>
            <a:r>
              <a:rPr lang="en-US" sz="1200" b="1">
                <a:ea typeface="Lato"/>
                <a:cs typeface="Lato"/>
              </a:rPr>
              <a:t>Five layers of protection before any response reaches the user</a:t>
            </a:r>
            <a:endParaRPr lang="en-US" sz="1200">
              <a:ea typeface="Lato"/>
              <a:cs typeface="Lato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,Sans-Serif"/>
            </a:pPr>
            <a:r>
              <a:rPr lang="en-US" sz="1200" b="1">
                <a:ea typeface="Lato"/>
                <a:cs typeface="Lato"/>
              </a:rPr>
              <a:t>CORS origin lock</a:t>
            </a:r>
            <a:r>
              <a:rPr lang="en-US" sz="1200">
                <a:ea typeface="Lato"/>
                <a:cs typeface="Lato"/>
              </a:rPr>
              <a:t> — only approved website origins can call the API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,Sans-Serif"/>
            </a:pPr>
            <a:r>
              <a:rPr lang="en-US" sz="1200" b="1">
                <a:ea typeface="Lato"/>
                <a:cs typeface="Lato"/>
              </a:rPr>
              <a:t>Request validation</a:t>
            </a:r>
            <a:r>
              <a:rPr lang="en-US" sz="1200">
                <a:ea typeface="Lato"/>
                <a:cs typeface="Lato"/>
              </a:rPr>
              <a:t> — malformed or empty queries </a:t>
            </a:r>
            <a:r>
              <a:rPr lang="en-US" sz="1200" err="1">
                <a:ea typeface="Lato"/>
                <a:cs typeface="Lato"/>
              </a:rPr>
              <a:t>rejectedimmediately</a:t>
            </a:r>
            <a:r>
              <a:rPr lang="en-US" sz="1200">
                <a:ea typeface="Lato"/>
                <a:cs typeface="Lato"/>
              </a:rPr>
              <a:t> (</a:t>
            </a:r>
            <a:r>
              <a:rPr lang="en-US" sz="1200" err="1">
                <a:ea typeface="Lato"/>
                <a:cs typeface="Lato"/>
              </a:rPr>
              <a:t>Pydantic</a:t>
            </a:r>
            <a:r>
              <a:rPr lang="en-US" sz="1200">
                <a:ea typeface="Lato"/>
                <a:cs typeface="Lato"/>
              </a:rPr>
              <a:t>)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,Sans-Serif"/>
            </a:pPr>
            <a:r>
              <a:rPr lang="en-US" sz="1200" b="1">
                <a:ea typeface="Lato"/>
                <a:cs typeface="Lato"/>
              </a:rPr>
              <a:t>Domain scope guard</a:t>
            </a:r>
            <a:r>
              <a:rPr lang="en-US" sz="1200">
                <a:ea typeface="Lato"/>
                <a:cs typeface="Lato"/>
              </a:rPr>
              <a:t> — off-topic queries filtered out before an AI </a:t>
            </a:r>
            <a:r>
              <a:rPr lang="en-US" sz="1200" err="1">
                <a:ea typeface="Lato"/>
                <a:cs typeface="Lato"/>
              </a:rPr>
              <a:t>callis</a:t>
            </a:r>
            <a:r>
              <a:rPr lang="en-US" sz="1200">
                <a:ea typeface="Lato"/>
                <a:cs typeface="Lato"/>
              </a:rPr>
              <a:t> even made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,Sans-Serif"/>
            </a:pPr>
            <a:r>
              <a:rPr lang="en-US" sz="1200" b="1">
                <a:ea typeface="Lato"/>
                <a:cs typeface="Lato"/>
              </a:rPr>
              <a:t>Live data + safe fallback</a:t>
            </a:r>
            <a:r>
              <a:rPr lang="en-US" sz="1200">
                <a:ea typeface="Lato"/>
                <a:cs typeface="Lato"/>
              </a:rPr>
              <a:t> — if the live MISO feed fails, static </a:t>
            </a:r>
            <a:r>
              <a:rPr lang="en-US" sz="1200" err="1">
                <a:ea typeface="Lato"/>
                <a:cs typeface="Lato"/>
              </a:rPr>
              <a:t>verifieddata</a:t>
            </a:r>
            <a:r>
              <a:rPr lang="en-US" sz="1200">
                <a:ea typeface="Lato"/>
                <a:cs typeface="Lato"/>
              </a:rPr>
              <a:t> is served instead — never a broken response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,Sans-Serif"/>
            </a:pPr>
            <a:r>
              <a:rPr lang="en-US" sz="1200" b="1">
                <a:ea typeface="Lato"/>
                <a:cs typeface="Lato"/>
              </a:rPr>
              <a:t>AI fact-check</a:t>
            </a:r>
            <a:r>
              <a:rPr lang="en-US" sz="1200">
                <a:ea typeface="Lato"/>
                <a:cs typeface="Lato"/>
              </a:rPr>
              <a:t> — every AI-written answer is scanned for </a:t>
            </a:r>
            <a:r>
              <a:rPr lang="en-US" sz="1200" err="1">
                <a:ea typeface="Lato"/>
                <a:cs typeface="Lato"/>
              </a:rPr>
              <a:t>suspiciousdollar</a:t>
            </a:r>
            <a:r>
              <a:rPr lang="en-US" sz="1200">
                <a:ea typeface="Lato"/>
                <a:cs typeface="Lato"/>
              </a:rPr>
              <a:t> figures; if a number can't be traced to real data, the response </a:t>
            </a:r>
            <a:r>
              <a:rPr lang="en-US" sz="1200" err="1">
                <a:ea typeface="Lato"/>
                <a:cs typeface="Lato"/>
              </a:rPr>
              <a:t>isdiscarded</a:t>
            </a:r>
            <a:r>
              <a:rPr lang="en-US" sz="1200">
                <a:ea typeface="Lato"/>
                <a:cs typeface="Lato"/>
              </a:rPr>
              <a:t> and a safe template is used instead</a:t>
            </a:r>
          </a:p>
          <a:p>
            <a:pPr marL="226695" indent="-226695">
              <a:lnSpc>
                <a:spcPct val="113999"/>
              </a:lnSpc>
            </a:pPr>
            <a:endParaRPr lang="en-US">
              <a:ea typeface="Lato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2407A4-D48B-3916-49C4-FDB0A574A9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31B688-59B0-2941-88A8-63EB5CF41C82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6" name="Picture 5" descr="A diagram of a system&#10;&#10;AI-generated content may be incorrect.">
            <a:extLst>
              <a:ext uri="{FF2B5EF4-FFF2-40B4-BE49-F238E27FC236}">
                <a16:creationId xmlns:a16="http://schemas.microsoft.com/office/drawing/2014/main" id="{23EE8FC4-B084-88E9-5ABB-061EAD666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9238" y="996343"/>
            <a:ext cx="4293755" cy="4185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1419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48692F-511C-C47B-8F58-2C19C664DC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31B688-59B0-2941-88A8-63EB5CF41C82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959BE7-E5C7-4964-40F4-35E1CE9F4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350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4005263" y="1114425"/>
            <a:ext cx="4686300" cy="3342085"/>
          </a:xfrm>
        </p:spPr>
        <p:txBody>
          <a:bodyPr vert="horz" lIns="91440" tIns="45720" rIns="91440" bIns="45720" rtlCol="0">
            <a:noAutofit/>
          </a:bodyPr>
          <a:lstStyle/>
          <a:p>
            <a:pPr marL="226695" indent="-226695">
              <a:lnSpc>
                <a:spcPct val="113999"/>
              </a:lnSpc>
            </a:pPr>
            <a:r>
              <a:rPr lang="en-US" sz="2000">
                <a:solidFill>
                  <a:srgbClr val="101010"/>
                </a:solidFill>
                <a:ea typeface="+mn-lt"/>
                <a:cs typeface="+mn-lt"/>
              </a:rPr>
              <a:t>Complex grid data -&gt; instant, auditable insights. Zero hallucination.</a:t>
            </a:r>
            <a:endParaRPr lang="en-US" sz="2000">
              <a:ea typeface="+mn-lt"/>
            </a:endParaRPr>
          </a:p>
          <a:p>
            <a:pPr marL="226695" indent="-226695">
              <a:lnSpc>
                <a:spcPct val="113999"/>
              </a:lnSpc>
            </a:pPr>
            <a:r>
              <a:rPr lang="en-US" sz="2000">
                <a:solidFill>
                  <a:srgbClr val="101010"/>
                </a:solidFill>
                <a:ea typeface="+mn-lt"/>
                <a:cs typeface="+mn-lt"/>
              </a:rPr>
              <a:t>Eases API migration</a:t>
            </a:r>
            <a:endParaRPr lang="en-US" sz="2000">
              <a:ea typeface="Lato"/>
            </a:endParaRPr>
          </a:p>
          <a:p>
            <a:pPr marL="226695" indent="-226695">
              <a:lnSpc>
                <a:spcPct val="113999"/>
              </a:lnSpc>
            </a:pPr>
            <a:r>
              <a:rPr lang="en-US" sz="2000">
                <a:solidFill>
                  <a:srgbClr val="101010"/>
                </a:solidFill>
                <a:ea typeface="+mn-lt"/>
                <a:cs typeface="+mn-lt"/>
              </a:rPr>
              <a:t>Enterprise-ready 1-page executive PDF fact sheets in under 3 seconds</a:t>
            </a:r>
            <a:endParaRPr lang="en-US" sz="2000">
              <a:solidFill>
                <a:srgbClr val="000000"/>
              </a:solidFill>
              <a:ea typeface="+mn-lt"/>
            </a:endParaRPr>
          </a:p>
          <a:p>
            <a:pPr marL="226695" indent="-226695">
              <a:lnSpc>
                <a:spcPct val="113999"/>
              </a:lnSpc>
            </a:pPr>
            <a:r>
              <a:rPr lang="en-US" sz="2000">
                <a:solidFill>
                  <a:srgbClr val="101010"/>
                </a:solidFill>
                <a:ea typeface="+mn-lt"/>
                <a:cs typeface="+mn-lt"/>
              </a:rPr>
              <a:t>Accessible to all, no matter your preferred learning style or disabilities</a:t>
            </a:r>
            <a:endParaRPr lang="en-US" sz="2000">
              <a:solidFill>
                <a:srgbClr val="101010"/>
              </a:solidFill>
              <a:ea typeface="Lato"/>
              <a:cs typeface="Lato"/>
            </a:endParaRPr>
          </a:p>
          <a:p>
            <a:pPr marL="226695" indent="-226695">
              <a:lnSpc>
                <a:spcPct val="113999"/>
              </a:lnSpc>
            </a:pPr>
            <a:r>
              <a:rPr lang="en-US" sz="2000">
                <a:solidFill>
                  <a:srgbClr val="101010"/>
                </a:solidFill>
                <a:ea typeface="+mn-lt"/>
                <a:cs typeface="+mn-lt"/>
              </a:rPr>
              <a:t>Quantifiable ROI</a:t>
            </a:r>
            <a:endParaRPr lang="en-US" sz="2000">
              <a:solidFill>
                <a:srgbClr val="101010"/>
              </a:solidFill>
              <a:ea typeface="Lato"/>
              <a:cs typeface="Lato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239950" y="4767263"/>
            <a:ext cx="2366725" cy="273844"/>
          </a:xfrm>
        </p:spPr>
        <p:txBody>
          <a:bodyPr/>
          <a:lstStyle/>
          <a:p>
            <a:fld id="{A831B688-59B0-2941-88A8-63EB5CF41C82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46334" y="488908"/>
            <a:ext cx="2522689" cy="1064060"/>
          </a:xfrm>
        </p:spPr>
        <p:txBody>
          <a:bodyPr/>
          <a:lstStyle/>
          <a:p>
            <a:r>
              <a:rPr lang="en-US"/>
              <a:t>Executive</a:t>
            </a:r>
            <a:br>
              <a:rPr lang="en-US"/>
            </a:br>
            <a:r>
              <a:rPr lang="en-US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3340319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3402992" y="1928893"/>
            <a:ext cx="5326422" cy="1102519"/>
          </a:xfrm>
        </p:spPr>
        <p:txBody>
          <a:bodyPr/>
          <a:lstStyle/>
          <a:p>
            <a:r>
              <a:rPr lang="en-US"/>
              <a:t>Questions?</a:t>
            </a:r>
          </a:p>
        </p:txBody>
      </p:sp>
      <p:pic>
        <p:nvPicPr>
          <p:cNvPr id="2" name="Graphic 1" descr="QR preview">
            <a:extLst>
              <a:ext uri="{FF2B5EF4-FFF2-40B4-BE49-F238E27FC236}">
                <a16:creationId xmlns:a16="http://schemas.microsoft.com/office/drawing/2014/main" id="{8C8C5C3A-FA9F-4DC3-2135-A5ECBF727A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36751" y="3393722"/>
            <a:ext cx="1277055" cy="127705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869520-F584-7005-65CC-28D9F862ACD7}"/>
              </a:ext>
            </a:extLst>
          </p:cNvPr>
          <p:cNvSpPr txBox="1"/>
          <p:nvPr/>
        </p:nvSpPr>
        <p:spPr>
          <a:xfrm>
            <a:off x="688321" y="4559787"/>
            <a:ext cx="377776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ea typeface="+mn-lt"/>
                <a:cs typeface="+mn-lt"/>
              </a:rPr>
              <a:t>miso-omnisearch.basildawes.com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755856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MISO">
      <a:dk1>
        <a:sysClr val="windowText" lastClr="000000"/>
      </a:dk1>
      <a:lt1>
        <a:sysClr val="window" lastClr="FFFFFF"/>
      </a:lt1>
      <a:dk2>
        <a:srgbClr val="004D71"/>
      </a:dk2>
      <a:lt2>
        <a:srgbClr val="E7E6E6"/>
      </a:lt2>
      <a:accent1>
        <a:srgbClr val="0082CA"/>
      </a:accent1>
      <a:accent2>
        <a:srgbClr val="80BC00"/>
      </a:accent2>
      <a:accent3>
        <a:srgbClr val="B2292E"/>
      </a:accent3>
      <a:accent4>
        <a:srgbClr val="FF9E18"/>
      </a:accent4>
      <a:accent5>
        <a:srgbClr val="91B6BB"/>
      </a:accent5>
      <a:accent6>
        <a:srgbClr val="A7A8A9"/>
      </a:accent6>
      <a:hlink>
        <a:srgbClr val="54C0E8"/>
      </a:hlink>
      <a:folHlink>
        <a:srgbClr val="4B858E"/>
      </a:folHlink>
    </a:clrScheme>
    <a:fontScheme name="MISO">
      <a:majorFont>
        <a:latin typeface="Lato 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F2C000960E1848A3A0B8866A5714FD" ma:contentTypeVersion="23" ma:contentTypeDescription="Create a new document." ma:contentTypeScope="" ma:versionID="ff67045085445d7469834d58e074bedf">
  <xsd:schema xmlns:xsd="http://www.w3.org/2001/XMLSchema" xmlns:xs="http://www.w3.org/2001/XMLSchema" xmlns:p="http://schemas.microsoft.com/office/2006/metadata/properties" xmlns:ns2="f15c9aa3-8a2d-44ad-8c47-c2eb6d593e53" xmlns:ns3="6a5f1da7-d41d-4d4c-80ff-8232b14a8022" targetNamespace="http://schemas.microsoft.com/office/2006/metadata/properties" ma:root="true" ma:fieldsID="290b1fa62d17a977443264c87990cc18" ns2:_="" ns3:_="">
    <xsd:import namespace="f15c9aa3-8a2d-44ad-8c47-c2eb6d593e53"/>
    <xsd:import namespace="6a5f1da7-d41d-4d4c-80ff-8232b14a8022"/>
    <xsd:element name="properties">
      <xsd:complexType>
        <xsd:sequence>
          <xsd:element name="documentManagement">
            <xsd:complexType>
              <xsd:all>
                <xsd:element ref="ns2:Category" minOccurs="0"/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5c9aa3-8a2d-44ad-8c47-c2eb6d593e53" elementFormDefault="qualified">
    <xsd:import namespace="http://schemas.microsoft.com/office/2006/documentManagement/types"/>
    <xsd:import namespace="http://schemas.microsoft.com/office/infopath/2007/PartnerControls"/>
    <xsd:element name="Category" ma:index="8" nillable="true" ma:displayName="Category" ma:format="Dropdown" ma:internalName="Category">
      <xsd:simpleType>
        <xsd:restriction base="dms:Choice">
          <xsd:enumeration value="Branding Center"/>
          <xsd:enumeration value="Maps and Logos"/>
          <xsd:enumeration value="Office Documents"/>
          <xsd:enumeration value="Stakeholder Templates"/>
          <xsd:enumeration value="Style Guide"/>
        </xsd:restriction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23043ad-123c-423e-99c1-bcd2b02d7f1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5f1da7-d41d-4d4c-80ff-8232b14a8022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723c70ab-dffc-4f70-ac25-19d261655e5f}" ma:internalName="TaxCatchAll" ma:showField="CatchAllData" ma:web="6a5f1da7-d41d-4d4c-80ff-8232b14a802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ategory xmlns="f15c9aa3-8a2d-44ad-8c47-c2eb6d593e53">Office Documents</Category>
    <lcf76f155ced4ddcb4097134ff3c332f xmlns="f15c9aa3-8a2d-44ad-8c47-c2eb6d593e53">
      <Terms xmlns="http://schemas.microsoft.com/office/infopath/2007/PartnerControls"/>
    </lcf76f155ced4ddcb4097134ff3c332f>
    <TaxCatchAll xmlns="6a5f1da7-d41d-4d4c-80ff-8232b14a802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CB0040E-D4E9-47B9-89CF-F3BB4C1ED488}">
  <ds:schemaRefs>
    <ds:schemaRef ds:uri="6a5f1da7-d41d-4d4c-80ff-8232b14a8022"/>
    <ds:schemaRef ds:uri="f15c9aa3-8a2d-44ad-8c47-c2eb6d593e5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DD7A00F-5695-4E94-9555-450677143CD6}">
  <ds:schemaRefs>
    <ds:schemaRef ds:uri="6a5f1da7-d41d-4d4c-80ff-8232b14a8022"/>
    <ds:schemaRef ds:uri="f15c9aa3-8a2d-44ad-8c47-c2eb6d593e5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48322EC-3B89-4AC1-866C-1130376F7CD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Application>Microsoft Office PowerPoint</Application>
  <PresentationFormat>On-screen Show (16:9)</PresentationFormat>
  <Slides>12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Default Theme</vt:lpstr>
      <vt:lpstr>MISO OmniSearch</vt:lpstr>
      <vt:lpstr>The PROBLEM</vt:lpstr>
      <vt:lpstr>OmniSearch– An Intelligent AI Engine</vt:lpstr>
      <vt:lpstr>Feature 1 – Session Aware Radar</vt:lpstr>
      <vt:lpstr>Feature 2 - 360° Knowledge Canvas &amp; Persona Tailoring</vt:lpstr>
      <vt:lpstr>Feature 3 - Side-by-Side Comparison Engine</vt:lpstr>
      <vt:lpstr>OmniSearch Data Flow</vt:lpstr>
      <vt:lpstr>Security</vt:lpstr>
      <vt:lpstr>  Security </vt:lpstr>
      <vt:lpstr>PowerPoint Presentation</vt:lpstr>
      <vt:lpstr>Executive Summary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Lakisha Johnson</dc:creator>
  <cp:revision>1</cp:revision>
  <dcterms:created xsi:type="dcterms:W3CDTF">2016-06-03T17:12:18Z</dcterms:created>
  <dcterms:modified xsi:type="dcterms:W3CDTF">2026-09-10T18:41:35Z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0x010100E5F2C000960E1848A3A0B8866A5714FD</vt:lpwstr>
  </property>
  <property fmtid="{D5CDD505-2E9C-101B-9397-08002B2CF9AE}" pid="3" name="MediaServiceImageTags">
    <vt:lpwstr/>
  </property>
</Properties>
</file>